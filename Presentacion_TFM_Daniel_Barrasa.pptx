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Layouts/slideLayout5.xml" ContentType="application/vnd.openxmlformats-officedocument.presentationml.slideLayout+xml"/>
  <Override PartName="/ppt/slideLayouts/slideLayout9.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6.xml" ContentType="application/vnd.openxmlformats-officedocument.presentationml.slide+xml"/>
  <Override PartName="/ppt/slides/slide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 id="257" r:id="rId4"/>
    <p:sldId id="258" r:id="rId5"/>
    <p:sldId id="259" r:id="rId6"/>
    <p:sldId id="260" r:id="rId7"/>
    <p:sldId id="261" r:id="rId8"/>
    <p:sldId id="262" r:id="rId9"/>
    <p:sldId id="263" r:id="rId10"/>
  </p:sldIdLst>
  <p:sldSz cx="12192000" cy="6858000"/>
  <p:notesSz cx="7559675" cy="10691813"/>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85800" y="2130480"/>
            <a:ext cx="7772040" cy="146952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3" name="PlaceHolder 2"/>
          <p:cNvSpPr>
            <a:spLocks noGrp="1"/>
          </p:cNvSpPr>
          <p:nvPr>
            <p:ph type="dt" idx="1"/>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&lt;fecha/hora&gt;</a:t>
            </a:r>
            <a:endParaRPr lang="es-ES" sz="1200" b="0" u="none" strike="noStrike">
              <a:solidFill>
                <a:srgbClr val="000000"/>
              </a:solidFill>
              <a:effectLst/>
              <a:uFillTx/>
              <a:latin typeface="Times New Roman"/>
            </a:endParaRPr>
          </a:p>
        </p:txBody>
      </p:sp>
      <p:sp>
        <p:nvSpPr>
          <p:cNvPr id="4" name="PlaceHolder 3"/>
          <p:cNvSpPr>
            <a:spLocks noGrp="1"/>
          </p:cNvSpPr>
          <p:nvPr>
            <p:ph type="ftr" idx="2"/>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s-ES" sz="1400" b="0" u="none" strike="noStrike">
                <a:solidFill>
                  <a:srgbClr val="000000"/>
                </a:solidFill>
                <a:effectLst/>
                <a:uFillTx/>
                <a:latin typeface="Times New Roman"/>
              </a:defRPr>
            </a:lvl1pPr>
          </a:lstStyle>
          <a:p>
            <a:pPr indent="0" algn="ctr">
              <a:buNone/>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5" name="PlaceHolder 4"/>
          <p:cNvSpPr>
            <a:spLocks noGrp="1"/>
          </p:cNvSpPr>
          <p:nvPr>
            <p:ph type="sldNum" idx="3"/>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8C3F2F97-02C2-439A-940A-F6036767BB31}" type="slidenum">
              <a:rPr lang="en-US"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bg>
      <p:bgPr>
        <a:solidFill>
          <a:srgbClr val="FFFFFF"/>
        </a:solidFill>
      </p:bgPr>
    </p:bg>
    <p:spTree>
      <p:nvGrpSpPr>
        <p:cNvPr id="1" name=""/>
        <p:cNvGrpSpPr/>
        <p:nvPr/>
      </p:nvGrpSpPr>
      <p:grpSpPr>
        <a:xfrm>
          <a:off x="0" y="0"/>
          <a:ext cx="0" cy="0"/>
          <a:chOff x="0" y="0"/>
          <a:chExt cx="0" cy="0"/>
        </a:xfrm>
      </p:grpSpPr>
      <p:sp>
        <p:nvSpPr>
          <p:cNvPr id="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7" name="PlaceHolder 2"/>
          <p:cNvSpPr>
            <a:spLocks noGrp="1"/>
          </p:cNvSpPr>
          <p:nvPr>
            <p:ph type="body"/>
          </p:nvPr>
        </p:nvSpPr>
        <p:spPr>
          <a:xfrm>
            <a:off x="457200" y="1600200"/>
            <a:ext cx="8229240" cy="4525560"/>
          </a:xfrm>
          <a:prstGeom prst="rect">
            <a:avLst/>
          </a:prstGeom>
          <a:noFill/>
          <a:ln w="0">
            <a:noFill/>
          </a:ln>
        </p:spPr>
        <p:txBody>
          <a:bodyPr lIns="91440" tIns="45720" rIns="91440" bIns="45720" anchor="t" vert="eaVe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8" name="PlaceHolder 3"/>
          <p:cNvSpPr>
            <a:spLocks noGrp="1"/>
          </p:cNvSpPr>
          <p:nvPr>
            <p:ph type="dt" idx="4"/>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&lt;fecha/hora&gt;</a:t>
            </a:r>
            <a:endParaRPr lang="es-ES" sz="1200" b="0" u="none" strike="noStrike">
              <a:solidFill>
                <a:srgbClr val="000000"/>
              </a:solidFill>
              <a:effectLst/>
              <a:uFillTx/>
              <a:latin typeface="Times New Roman"/>
            </a:endParaRPr>
          </a:p>
        </p:txBody>
      </p:sp>
      <p:sp>
        <p:nvSpPr>
          <p:cNvPr id="9" name="PlaceHolder 4"/>
          <p:cNvSpPr>
            <a:spLocks noGrp="1"/>
          </p:cNvSpPr>
          <p:nvPr>
            <p:ph type="ftr" idx="5"/>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s-ES" sz="1400" b="0" u="none" strike="noStrike">
                <a:solidFill>
                  <a:srgbClr val="000000"/>
                </a:solidFill>
                <a:effectLst/>
                <a:uFillTx/>
                <a:latin typeface="Times New Roman"/>
              </a:defRPr>
            </a:lvl1pPr>
          </a:lstStyle>
          <a:p>
            <a:pPr indent="0" algn="ctr">
              <a:buNone/>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10" name="PlaceHolder 5"/>
          <p:cNvSpPr>
            <a:spLocks noGrp="1"/>
          </p:cNvSpPr>
          <p:nvPr>
            <p:ph type="sldNum" idx="6"/>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D8511407-387D-4627-8253-516165FEE042}" type="slidenum">
              <a:rPr lang="en-US"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bg>
      <p:bgPr>
        <a:solidFill>
          <a:srgbClr val="FFFFFF"/>
        </a:solidFill>
      </p:bgPr>
    </p:bg>
    <p:spTree>
      <p:nvGrpSpPr>
        <p:cNvPr id="1" name=""/>
        <p:cNvGrpSpPr/>
        <p:nvPr/>
      </p:nvGrpSpPr>
      <p:grpSpPr>
        <a:xfrm>
          <a:off x="0" y="0"/>
          <a:ext cx="0" cy="0"/>
          <a:chOff x="0" y="0"/>
          <a:chExt cx="0" cy="0"/>
        </a:xfrm>
      </p:grpSpPr>
      <p:sp>
        <p:nvSpPr>
          <p:cNvPr id="11" name="PlaceHolder 1"/>
          <p:cNvSpPr>
            <a:spLocks noGrp="1"/>
          </p:cNvSpPr>
          <p:nvPr>
            <p:ph type="title"/>
          </p:nvPr>
        </p:nvSpPr>
        <p:spPr>
          <a:xfrm>
            <a:off x="6629400" y="274680"/>
            <a:ext cx="2057040" cy="5851080"/>
          </a:xfrm>
          <a:prstGeom prst="rect">
            <a:avLst/>
          </a:prstGeom>
          <a:noFill/>
          <a:ln w="0">
            <a:noFill/>
          </a:ln>
        </p:spPr>
        <p:txBody>
          <a:bodyPr lIns="91440" tIns="45720" rIns="91440" bIns="45720" anchor="ctr" vert="eaVert">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12" name="PlaceHolder 2"/>
          <p:cNvSpPr>
            <a:spLocks noGrp="1"/>
          </p:cNvSpPr>
          <p:nvPr>
            <p:ph type="body"/>
          </p:nvPr>
        </p:nvSpPr>
        <p:spPr>
          <a:xfrm>
            <a:off x="457200" y="274680"/>
            <a:ext cx="6019560" cy="5851080"/>
          </a:xfrm>
          <a:prstGeom prst="rect">
            <a:avLst/>
          </a:prstGeom>
          <a:noFill/>
          <a:ln w="0">
            <a:noFill/>
          </a:ln>
        </p:spPr>
        <p:txBody>
          <a:bodyPr lIns="91440" tIns="45720" rIns="91440" bIns="45720" anchor="t" vert="eaVe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13" name="PlaceHolder 3"/>
          <p:cNvSpPr>
            <a:spLocks noGrp="1"/>
          </p:cNvSpPr>
          <p:nvPr>
            <p:ph type="dt" idx="7"/>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&lt;fecha/hora&gt;</a:t>
            </a:r>
            <a:endParaRPr lang="es-ES" sz="1200" b="0" u="none" strike="noStrike">
              <a:solidFill>
                <a:srgbClr val="000000"/>
              </a:solidFill>
              <a:effectLst/>
              <a:uFillTx/>
              <a:latin typeface="Times New Roman"/>
            </a:endParaRPr>
          </a:p>
        </p:txBody>
      </p:sp>
      <p:sp>
        <p:nvSpPr>
          <p:cNvPr id="14" name="PlaceHolder 4"/>
          <p:cNvSpPr>
            <a:spLocks noGrp="1"/>
          </p:cNvSpPr>
          <p:nvPr>
            <p:ph type="ftr" idx="8"/>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s-ES" sz="1400" b="0" u="none" strike="noStrike">
                <a:solidFill>
                  <a:srgbClr val="000000"/>
                </a:solidFill>
                <a:effectLst/>
                <a:uFillTx/>
                <a:latin typeface="Times New Roman"/>
              </a:defRPr>
            </a:lvl1pPr>
          </a:lstStyle>
          <a:p>
            <a:pPr indent="0" algn="ctr">
              <a:buNone/>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15" name="PlaceHolder 5"/>
          <p:cNvSpPr>
            <a:spLocks noGrp="1"/>
          </p:cNvSpPr>
          <p:nvPr>
            <p:ph type="sldNum" idx="9"/>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370D186F-752D-443F-A194-B9EFC859746F}" type="slidenum">
              <a:rPr lang="en-US"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bg>
      <p:bgPr>
        <a:solidFill>
          <a:srgbClr val="FFFFFF"/>
        </a:solidFill>
      </p:bgPr>
    </p:bg>
    <p:spTree>
      <p:nvGrpSpPr>
        <p:cNvPr id="1" name=""/>
        <p:cNvGrpSpPr/>
        <p:nvPr/>
      </p:nvGrpSpPr>
      <p:grpSpPr>
        <a:xfrm>
          <a:off x="0" y="0"/>
          <a:ext cx="0" cy="0"/>
          <a:chOff x="0" y="0"/>
          <a:chExt cx="0" cy="0"/>
        </a:xfrm>
      </p:grpSpPr>
      <p:sp>
        <p:nvSpPr>
          <p:cNvPr id="1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17" name="PlaceHolder 2"/>
          <p:cNvSpPr>
            <a:spLocks noGrp="1"/>
          </p:cNvSpPr>
          <p:nvPr>
            <p:ph type="body"/>
          </p:nvPr>
        </p:nvSpPr>
        <p:spPr>
          <a:xfrm>
            <a:off x="457200" y="1600200"/>
            <a:ext cx="8229240" cy="4525560"/>
          </a:xfrm>
          <a:prstGeom prst="rect">
            <a:avLst/>
          </a:prstGeom>
          <a:noFill/>
          <a:ln w="0">
            <a:noFill/>
          </a:ln>
        </p:spPr>
        <p:txBody>
          <a:bodyPr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18" name="PlaceHolder 3"/>
          <p:cNvSpPr>
            <a:spLocks noGrp="1"/>
          </p:cNvSpPr>
          <p:nvPr>
            <p:ph type="dt" idx="10"/>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&lt;fecha/hora&gt;</a:t>
            </a:r>
            <a:endParaRPr lang="es-ES" sz="1200" b="0" u="none" strike="noStrike">
              <a:solidFill>
                <a:srgbClr val="000000"/>
              </a:solidFill>
              <a:effectLst/>
              <a:uFillTx/>
              <a:latin typeface="Times New Roman"/>
            </a:endParaRPr>
          </a:p>
        </p:txBody>
      </p:sp>
      <p:sp>
        <p:nvSpPr>
          <p:cNvPr id="19" name="PlaceHolder 4"/>
          <p:cNvSpPr>
            <a:spLocks noGrp="1"/>
          </p:cNvSpPr>
          <p:nvPr>
            <p:ph type="ftr" idx="11"/>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s-ES" sz="1400" b="0" u="none" strike="noStrike">
                <a:solidFill>
                  <a:srgbClr val="000000"/>
                </a:solidFill>
                <a:effectLst/>
                <a:uFillTx/>
                <a:latin typeface="Times New Roman"/>
              </a:defRPr>
            </a:lvl1pPr>
          </a:lstStyle>
          <a:p>
            <a:pPr indent="0" algn="ctr">
              <a:buNone/>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20" name="PlaceHolder 5"/>
          <p:cNvSpPr>
            <a:spLocks noGrp="1"/>
          </p:cNvSpPr>
          <p:nvPr>
            <p:ph type="sldNum" idx="12"/>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8D96A495-5ED1-4443-A101-20A03272FB32}" type="slidenum">
              <a:rPr lang="en-US"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bg>
      <p:bgPr>
        <a:solidFill>
          <a:srgbClr val="FFFFFF"/>
        </a:solidFill>
      </p:bgPr>
    </p:bg>
    <p:spTree>
      <p:nvGrpSpPr>
        <p:cNvPr id="1" name=""/>
        <p:cNvGrpSpPr/>
        <p:nvPr/>
      </p:nvGrpSpPr>
      <p:grpSpPr>
        <a:xfrm>
          <a:off x="0" y="0"/>
          <a:ext cx="0" cy="0"/>
          <a:chOff x="0" y="0"/>
          <a:chExt cx="0" cy="0"/>
        </a:xfrm>
      </p:grpSpPr>
      <p:sp>
        <p:nvSpPr>
          <p:cNvPr id="21" name="PlaceHolder 1"/>
          <p:cNvSpPr>
            <a:spLocks noGrp="1"/>
          </p:cNvSpPr>
          <p:nvPr>
            <p:ph type="title"/>
          </p:nvPr>
        </p:nvSpPr>
        <p:spPr>
          <a:xfrm>
            <a:off x="722160" y="4406760"/>
            <a:ext cx="7772040" cy="1361880"/>
          </a:xfrm>
          <a:prstGeom prst="rect">
            <a:avLst/>
          </a:prstGeom>
          <a:noFill/>
          <a:ln w="0">
            <a:noFill/>
          </a:ln>
        </p:spPr>
        <p:txBody>
          <a:bodyPr lIns="91440" tIns="45720" rIns="91440" bIns="45720" anchor="t">
            <a:noAutofit/>
          </a:bodyPr>
          <a:lstStyle>
            <a:lvl1pPr indent="0" algn="l" defTabSz="457200">
              <a:lnSpc>
                <a:spcPct val="100000"/>
              </a:lnSpc>
              <a:buNone/>
              <a:defRPr lang="en-US" sz="4000" b="1" u="none" strike="noStrike" cap="all">
                <a:solidFill>
                  <a:schemeClr val="dk1"/>
                </a:solidFill>
                <a:effectLst/>
                <a:uFillTx/>
                <a:latin typeface="Calibri"/>
              </a:defRPr>
            </a:lvl1pPr>
          </a:lstStyle>
          <a:p>
            <a:pPr indent="0" algn="l" defTabSz="457200">
              <a:lnSpc>
                <a:spcPct val="100000"/>
              </a:lnSpc>
              <a:buNone/>
            </a:pPr>
            <a:r>
              <a:rPr lang="en-US" sz="4000" b="1" u="none" strike="noStrike" cap="all">
                <a:solidFill>
                  <a:schemeClr val="dk1"/>
                </a:solidFill>
                <a:effectLst/>
                <a:uFillTx/>
                <a:latin typeface="Calibri"/>
              </a:rPr>
              <a:t>Click to edit Master title style</a:t>
            </a:r>
            <a:endParaRPr lang="en-US" sz="4000" b="1" u="none" strike="noStrike" cap="all">
              <a:solidFill>
                <a:schemeClr val="dk1"/>
              </a:solidFill>
              <a:effectLst/>
              <a:uFillTx/>
              <a:latin typeface="Calibri"/>
            </a:endParaRPr>
          </a:p>
        </p:txBody>
      </p:sp>
      <p:sp>
        <p:nvSpPr>
          <p:cNvPr id="22" name="PlaceHolder 2"/>
          <p:cNvSpPr>
            <a:spLocks noGrp="1"/>
          </p:cNvSpPr>
          <p:nvPr>
            <p:ph type="body"/>
          </p:nvPr>
        </p:nvSpPr>
        <p:spPr>
          <a:xfrm>
            <a:off x="722160" y="2906640"/>
            <a:ext cx="7772040" cy="1499760"/>
          </a:xfrm>
          <a:prstGeom prst="rect">
            <a:avLst/>
          </a:prstGeom>
          <a:noFill/>
          <a:ln w="0">
            <a:noFill/>
          </a:ln>
        </p:spPr>
        <p:txBody>
          <a:bodyPr lIns="91440" tIns="45720" rIns="91440" bIns="45720" anchor="b">
            <a:noAutofit/>
          </a:bodyPr>
          <a:lstStyle>
            <a:lvl1pPr indent="0" algn="l" defTabSz="457200">
              <a:lnSpc>
                <a:spcPct val="100000"/>
              </a:lnSpc>
              <a:spcBef>
                <a:spcPts val="400"/>
              </a:spcBef>
              <a:buNone/>
              <a:tabLst>
                <a:tab pos="0" algn="l"/>
              </a:tabLst>
              <a:defRPr lang="en-US" sz="2000" b="0" u="none" strike="noStrike">
                <a:solidFill>
                  <a:schemeClr val="dk1">
                    <a:tint val="75000"/>
                  </a:schemeClr>
                </a:solidFill>
                <a:effectLst/>
                <a:uFillTx/>
                <a:latin typeface="Calibri"/>
              </a:defRPr>
            </a:lvl1pPr>
          </a:lstStyle>
          <a:p>
            <a:pPr indent="0" algn="l" defTabSz="457200">
              <a:lnSpc>
                <a:spcPct val="100000"/>
              </a:lnSpc>
              <a:spcBef>
                <a:spcPts val="400"/>
              </a:spcBef>
              <a:buNone/>
              <a:tabLst>
                <a:tab pos="0" algn="l"/>
              </a:tabLst>
            </a:pPr>
            <a:r>
              <a:rPr lang="en-US" sz="2000" b="0" u="none" strike="noStrike">
                <a:solidFill>
                  <a:schemeClr val="dk1">
                    <a:tint val="75000"/>
                  </a:schemeClr>
                </a:solidFill>
                <a:effectLst/>
                <a:uFillTx/>
                <a:latin typeface="Calibri"/>
              </a:rPr>
              <a:t>Click to edit Master text styles</a:t>
            </a:r>
            <a:endParaRPr lang="en-US" sz="2000" b="0" u="none" strike="noStrike">
              <a:solidFill>
                <a:schemeClr val="dk1">
                  <a:tint val="75000"/>
                </a:schemeClr>
              </a:solidFill>
              <a:effectLst/>
              <a:uFillTx/>
              <a:latin typeface="Calibri"/>
            </a:endParaRPr>
          </a:p>
        </p:txBody>
      </p:sp>
      <p:sp>
        <p:nvSpPr>
          <p:cNvPr id="23" name="PlaceHolder 3"/>
          <p:cNvSpPr>
            <a:spLocks noGrp="1"/>
          </p:cNvSpPr>
          <p:nvPr>
            <p:ph type="dt" idx="13"/>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&lt;fecha/hora&gt;</a:t>
            </a:r>
            <a:endParaRPr lang="es-ES" sz="1200" b="0" u="none" strike="noStrike">
              <a:solidFill>
                <a:srgbClr val="000000"/>
              </a:solidFill>
              <a:effectLst/>
              <a:uFillTx/>
              <a:latin typeface="Times New Roman"/>
            </a:endParaRPr>
          </a:p>
        </p:txBody>
      </p:sp>
      <p:sp>
        <p:nvSpPr>
          <p:cNvPr id="24" name="PlaceHolder 4"/>
          <p:cNvSpPr>
            <a:spLocks noGrp="1"/>
          </p:cNvSpPr>
          <p:nvPr>
            <p:ph type="ftr" idx="14"/>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s-ES" sz="1400" b="0" u="none" strike="noStrike">
                <a:solidFill>
                  <a:srgbClr val="000000"/>
                </a:solidFill>
                <a:effectLst/>
                <a:uFillTx/>
                <a:latin typeface="Times New Roman"/>
              </a:defRPr>
            </a:lvl1pPr>
          </a:lstStyle>
          <a:p>
            <a:pPr indent="0" algn="ctr">
              <a:buNone/>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25" name="PlaceHolder 5"/>
          <p:cNvSpPr>
            <a:spLocks noGrp="1"/>
          </p:cNvSpPr>
          <p:nvPr>
            <p:ph type="sldNum" idx="15"/>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4BF61FFF-02DA-4B6B-A826-01882A51492A}" type="slidenum">
              <a:rPr lang="en-US"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bg>
      <p:bgPr>
        <a:solidFill>
          <a:srgbClr val="FFFFFF"/>
        </a:solidFill>
      </p:bgPr>
    </p:bg>
    <p:spTree>
      <p:nvGrpSpPr>
        <p:cNvPr id="1" name=""/>
        <p:cNvGrpSpPr/>
        <p:nvPr/>
      </p:nvGrpSpPr>
      <p:grpSpPr>
        <a:xfrm>
          <a:off x="0" y="0"/>
          <a:ext cx="0" cy="0"/>
          <a:chOff x="0" y="0"/>
          <a:chExt cx="0" cy="0"/>
        </a:xfrm>
      </p:grpSpPr>
      <p:sp>
        <p:nvSpPr>
          <p:cNvPr id="2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27" name="PlaceHolder 2"/>
          <p:cNvSpPr>
            <a:spLocks noGrp="1"/>
          </p:cNvSpPr>
          <p:nvPr>
            <p:ph type="body"/>
          </p:nvPr>
        </p:nvSpPr>
        <p:spPr>
          <a:xfrm>
            <a:off x="457200" y="1600200"/>
            <a:ext cx="4038120" cy="4525560"/>
          </a:xfrm>
          <a:prstGeom prst="rect">
            <a:avLst/>
          </a:prstGeom>
          <a:noFill/>
          <a:ln w="0">
            <a:noFill/>
          </a:ln>
        </p:spPr>
        <p:txBody>
          <a:bodyPr lIns="91440" tIns="45720" rIns="91440" bIns="45720" anchor="t">
            <a:noAutofit/>
          </a:bodyPr>
          <a:lstStyle>
            <a:lvl1pPr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1pPr>
            <a:lvl2pPr lvl="1"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2pPr>
            <a:lvl3pPr lvl="2"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3pPr>
            <a:lvl4pPr lvl="3"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4pPr>
            <a:lvl5pPr lvl="4"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5pPr>
          </a:lstStyle>
          <a:p>
            <a:pPr marL="343080" indent="-34308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Click to edit Master text styles</a:t>
            </a:r>
            <a:endParaRPr lang="en-US" sz="2800" b="0" u="none" strike="noStrike">
              <a:solidFill>
                <a:schemeClr val="dk1"/>
              </a:solidFill>
              <a:effectLst/>
              <a:uFillTx/>
              <a:latin typeface="Calibri"/>
            </a:endParaRPr>
          </a:p>
          <a:p>
            <a:pPr marL="743040" lvl="1" indent="-28584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Second level</a:t>
            </a:r>
            <a:endParaRPr lang="en-US" sz="2400" b="0" u="none" strike="noStrike">
              <a:solidFill>
                <a:schemeClr val="dk1"/>
              </a:solidFill>
              <a:effectLst/>
              <a:uFillTx/>
              <a:latin typeface="Calibri"/>
            </a:endParaRPr>
          </a:p>
          <a:p>
            <a:pPr marL="1143000" lvl="2"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Third level</a:t>
            </a:r>
            <a:endParaRPr lang="en-US" sz="2000" b="0" u="none" strike="noStrike">
              <a:solidFill>
                <a:schemeClr val="dk1"/>
              </a:solidFill>
              <a:effectLst/>
              <a:uFillTx/>
              <a:latin typeface="Calibri"/>
            </a:endParaRPr>
          </a:p>
          <a:p>
            <a:pPr marL="1600200" lvl="3"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Fourth level</a:t>
            </a:r>
            <a:endParaRPr lang="en-US" sz="1800" b="0" u="none" strike="noStrike">
              <a:solidFill>
                <a:schemeClr val="dk1"/>
              </a:solidFill>
              <a:effectLst/>
              <a:uFillTx/>
              <a:latin typeface="Calibri"/>
            </a:endParaRPr>
          </a:p>
          <a:p>
            <a:pPr marL="2057400" lvl="4"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Fifth level</a:t>
            </a:r>
            <a:endParaRPr lang="en-US" sz="1800" b="0" u="none" strike="noStrike">
              <a:solidFill>
                <a:schemeClr val="dk1"/>
              </a:solidFill>
              <a:effectLst/>
              <a:uFillTx/>
              <a:latin typeface="Calibri"/>
            </a:endParaRPr>
          </a:p>
        </p:txBody>
      </p:sp>
      <p:sp>
        <p:nvSpPr>
          <p:cNvPr id="28" name="PlaceHolder 3"/>
          <p:cNvSpPr>
            <a:spLocks noGrp="1"/>
          </p:cNvSpPr>
          <p:nvPr>
            <p:ph type="body"/>
          </p:nvPr>
        </p:nvSpPr>
        <p:spPr>
          <a:xfrm>
            <a:off x="4648320" y="1600200"/>
            <a:ext cx="4038120" cy="4525560"/>
          </a:xfrm>
          <a:prstGeom prst="rect">
            <a:avLst/>
          </a:prstGeom>
          <a:noFill/>
          <a:ln w="0">
            <a:noFill/>
          </a:ln>
        </p:spPr>
        <p:txBody>
          <a:bodyPr lIns="91440" tIns="45720" rIns="91440" bIns="45720" anchor="t">
            <a:noAutofit/>
          </a:bodyPr>
          <a:lstStyle>
            <a:lvl1pPr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1pPr>
            <a:lvl2pPr lvl="1"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2pPr>
            <a:lvl3pPr lvl="2"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3pPr>
            <a:lvl4pPr lvl="3"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4pPr>
            <a:lvl5pPr lvl="4"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5pPr>
          </a:lstStyle>
          <a:p>
            <a:pPr marL="343080" indent="-34308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Click to edit Master text styles</a:t>
            </a:r>
            <a:endParaRPr lang="en-US" sz="2800" b="0" u="none" strike="noStrike">
              <a:solidFill>
                <a:schemeClr val="dk1"/>
              </a:solidFill>
              <a:effectLst/>
              <a:uFillTx/>
              <a:latin typeface="Calibri"/>
            </a:endParaRPr>
          </a:p>
          <a:p>
            <a:pPr marL="743040" lvl="1" indent="-28584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Second level</a:t>
            </a:r>
            <a:endParaRPr lang="en-US" sz="2400" b="0" u="none" strike="noStrike">
              <a:solidFill>
                <a:schemeClr val="dk1"/>
              </a:solidFill>
              <a:effectLst/>
              <a:uFillTx/>
              <a:latin typeface="Calibri"/>
            </a:endParaRPr>
          </a:p>
          <a:p>
            <a:pPr marL="1143000" lvl="2"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Third level</a:t>
            </a:r>
            <a:endParaRPr lang="en-US" sz="2000" b="0" u="none" strike="noStrike">
              <a:solidFill>
                <a:schemeClr val="dk1"/>
              </a:solidFill>
              <a:effectLst/>
              <a:uFillTx/>
              <a:latin typeface="Calibri"/>
            </a:endParaRPr>
          </a:p>
          <a:p>
            <a:pPr marL="1600200" lvl="3"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Fourth level</a:t>
            </a:r>
            <a:endParaRPr lang="en-US" sz="1800" b="0" u="none" strike="noStrike">
              <a:solidFill>
                <a:schemeClr val="dk1"/>
              </a:solidFill>
              <a:effectLst/>
              <a:uFillTx/>
              <a:latin typeface="Calibri"/>
            </a:endParaRPr>
          </a:p>
          <a:p>
            <a:pPr marL="2057400" lvl="4"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Fifth level</a:t>
            </a:r>
            <a:endParaRPr lang="en-US" sz="1800" b="0" u="none" strike="noStrike">
              <a:solidFill>
                <a:schemeClr val="dk1"/>
              </a:solidFill>
              <a:effectLst/>
              <a:uFillTx/>
              <a:latin typeface="Calibri"/>
            </a:endParaRPr>
          </a:p>
        </p:txBody>
      </p:sp>
      <p:sp>
        <p:nvSpPr>
          <p:cNvPr id="29" name="PlaceHolder 4"/>
          <p:cNvSpPr>
            <a:spLocks noGrp="1"/>
          </p:cNvSpPr>
          <p:nvPr>
            <p:ph type="dt" idx="16"/>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&lt;fecha/hora&gt;</a:t>
            </a:r>
            <a:endParaRPr lang="es-ES" sz="1200" b="0" u="none" strike="noStrike">
              <a:solidFill>
                <a:srgbClr val="000000"/>
              </a:solidFill>
              <a:effectLst/>
              <a:uFillTx/>
              <a:latin typeface="Times New Roman"/>
            </a:endParaRPr>
          </a:p>
        </p:txBody>
      </p:sp>
      <p:sp>
        <p:nvSpPr>
          <p:cNvPr id="30" name="PlaceHolder 5"/>
          <p:cNvSpPr>
            <a:spLocks noGrp="1"/>
          </p:cNvSpPr>
          <p:nvPr>
            <p:ph type="ftr" idx="17"/>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s-ES" sz="1400" b="0" u="none" strike="noStrike">
                <a:solidFill>
                  <a:srgbClr val="000000"/>
                </a:solidFill>
                <a:effectLst/>
                <a:uFillTx/>
                <a:latin typeface="Times New Roman"/>
              </a:defRPr>
            </a:lvl1pPr>
          </a:lstStyle>
          <a:p>
            <a:pPr indent="0" algn="ctr">
              <a:buNone/>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31" name="PlaceHolder 6"/>
          <p:cNvSpPr>
            <a:spLocks noGrp="1"/>
          </p:cNvSpPr>
          <p:nvPr>
            <p:ph type="sldNum" idx="18"/>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29A1508A-E9B8-4716-889A-E503AE62C647}" type="slidenum">
              <a:rPr lang="en-US"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bg>
      <p:bgPr>
        <a:solidFill>
          <a:srgbClr val="FFFFFF"/>
        </a:solidFill>
      </p:bgPr>
    </p:bg>
    <p:spTree>
      <p:nvGrpSpPr>
        <p:cNvPr id="1" name=""/>
        <p:cNvGrpSpPr/>
        <p:nvPr/>
      </p:nvGrpSpPr>
      <p:grpSpPr>
        <a:xfrm>
          <a:off x="0" y="0"/>
          <a:ext cx="0" cy="0"/>
          <a:chOff x="0" y="0"/>
          <a:chExt cx="0" cy="0"/>
        </a:xfrm>
      </p:grpSpPr>
      <p:sp>
        <p:nvSpPr>
          <p:cNvPr id="32"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33" name="PlaceHolder 2"/>
          <p:cNvSpPr>
            <a:spLocks noGrp="1"/>
          </p:cNvSpPr>
          <p:nvPr>
            <p:ph type="body"/>
          </p:nvPr>
        </p:nvSpPr>
        <p:spPr>
          <a:xfrm>
            <a:off x="457200" y="1535040"/>
            <a:ext cx="4039920" cy="639360"/>
          </a:xfrm>
          <a:prstGeom prst="rect">
            <a:avLst/>
          </a:prstGeom>
          <a:noFill/>
          <a:ln w="0">
            <a:noFill/>
          </a:ln>
        </p:spPr>
        <p:txBody>
          <a:bodyPr lIns="91440" tIns="45720" rIns="91440" bIns="45720" anchor="b">
            <a:noAutofit/>
          </a:bodyPr>
          <a:lstStyle>
            <a:lvl1pPr indent="0" algn="l" defTabSz="457200">
              <a:lnSpc>
                <a:spcPct val="100000"/>
              </a:lnSpc>
              <a:spcBef>
                <a:spcPts val="479"/>
              </a:spcBef>
              <a:buNone/>
              <a:tabLst>
                <a:tab pos="0" algn="l"/>
              </a:tabLst>
              <a:defRPr lang="en-US" sz="2400" b="1" u="none" strike="noStrike">
                <a:solidFill>
                  <a:schemeClr val="dk1"/>
                </a:solidFill>
                <a:effectLst/>
                <a:uFillTx/>
                <a:latin typeface="Calibri"/>
              </a:defRPr>
            </a:lvl1pPr>
          </a:lstStyle>
          <a:p>
            <a:pPr indent="0" algn="l" defTabSz="457200">
              <a:lnSpc>
                <a:spcPct val="100000"/>
              </a:lnSpc>
              <a:spcBef>
                <a:spcPts val="479"/>
              </a:spcBef>
              <a:buNone/>
              <a:tabLst>
                <a:tab pos="0" algn="l"/>
              </a:tabLst>
            </a:pPr>
            <a:r>
              <a:rPr lang="en-US" sz="2400" b="1"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p:txBody>
      </p:sp>
      <p:sp>
        <p:nvSpPr>
          <p:cNvPr id="34" name="PlaceHolder 3"/>
          <p:cNvSpPr>
            <a:spLocks noGrp="1"/>
          </p:cNvSpPr>
          <p:nvPr>
            <p:ph type="body"/>
          </p:nvPr>
        </p:nvSpPr>
        <p:spPr>
          <a:xfrm>
            <a:off x="457200" y="2174760"/>
            <a:ext cx="4039920" cy="3951000"/>
          </a:xfrm>
          <a:prstGeom prst="rect">
            <a:avLst/>
          </a:prstGeom>
          <a:noFill/>
          <a:ln w="0">
            <a:noFill/>
          </a:ln>
        </p:spPr>
        <p:txBody>
          <a:bodyPr lIns="91440" tIns="45720" rIns="91440" bIns="45720" anchor="t">
            <a:noAutofit/>
          </a:bodyPr>
          <a:lstStyle>
            <a:lvl1pPr algn="l" defTabSz="457200">
              <a:lnSpc>
                <a:spcPct val="100000"/>
              </a:lnSpc>
              <a:spcBef>
                <a:spcPts val="479"/>
              </a:spcBef>
              <a:buClr>
                <a:srgbClr val="000000"/>
              </a:buClr>
              <a:buFont typeface="Arial"/>
              <a:buChar char="•"/>
              <a:tabLst>
                <a:tab pos="0" algn="l"/>
              </a:tabLst>
              <a:defRPr lang="en-US" sz="2400" b="0" u="none" strike="noStrike">
                <a:solidFill>
                  <a:schemeClr val="dk1"/>
                </a:solidFill>
                <a:effectLst/>
                <a:uFillTx/>
                <a:latin typeface="Calibri"/>
              </a:defRPr>
            </a:lvl1pPr>
            <a:lvl2pPr lvl="1" algn="l" defTabSz="457200">
              <a:lnSpc>
                <a:spcPct val="100000"/>
              </a:lnSpc>
              <a:spcBef>
                <a:spcPts val="400"/>
              </a:spcBef>
              <a:buClr>
                <a:srgbClr val="000000"/>
              </a:buClr>
              <a:buFont typeface="Arial"/>
              <a:buChar char="–"/>
              <a:tabLst>
                <a:tab pos="0" algn="l"/>
              </a:tabLst>
              <a:defRPr lang="en-US" sz="2000" b="0" u="none" strike="noStrike">
                <a:solidFill>
                  <a:schemeClr val="dk1"/>
                </a:solidFill>
                <a:effectLst/>
                <a:uFillTx/>
                <a:latin typeface="Calibri"/>
              </a:defRPr>
            </a:lvl2pPr>
            <a:lvl3pPr lvl="2" algn="l" defTabSz="457200">
              <a:lnSpc>
                <a:spcPct val="100000"/>
              </a:lnSpc>
              <a:spcBef>
                <a:spcPts val="360"/>
              </a:spcBef>
              <a:buClr>
                <a:srgbClr val="000000"/>
              </a:buClr>
              <a:buFont typeface="Arial"/>
              <a:buChar char="•"/>
              <a:tabLst>
                <a:tab pos="0" algn="l"/>
              </a:tabLst>
              <a:defRPr lang="en-US" sz="1800" b="0" u="none" strike="noStrike">
                <a:solidFill>
                  <a:schemeClr val="dk1"/>
                </a:solidFill>
                <a:effectLst/>
                <a:uFillTx/>
                <a:latin typeface="Calibri"/>
              </a:defRPr>
            </a:lvl3pPr>
            <a:lvl4pPr lvl="3"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4pPr>
            <a:lvl5pPr lvl="4"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5pPr>
          </a:lstStyle>
          <a:p>
            <a:pPr marL="343080" indent="-343080" algn="l" defTabSz="457200">
              <a:lnSpc>
                <a:spcPct val="100000"/>
              </a:lnSpc>
              <a:spcBef>
                <a:spcPts val="479"/>
              </a:spcBef>
              <a:buClr>
                <a:srgbClr val="000000"/>
              </a:buClr>
              <a:buFont typeface="Arial"/>
              <a:buChar char="•"/>
              <a:tabLst>
                <a:tab pos="0" algn="l"/>
              </a:tabLst>
            </a:pPr>
            <a:r>
              <a:rPr lang="en-US" sz="2400" b="0"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a:p>
            <a:pPr marL="743040" lvl="1" indent="-285840" algn="l" defTabSz="457200">
              <a:lnSpc>
                <a:spcPct val="100000"/>
              </a:lnSpc>
              <a:spcBef>
                <a:spcPts val="400"/>
              </a:spcBef>
              <a:buClr>
                <a:srgbClr val="000000"/>
              </a:buClr>
              <a:buFont typeface="Arial"/>
              <a:buChar char="–"/>
              <a:tabLst>
                <a:tab pos="0" algn="l"/>
              </a:tabLst>
            </a:pPr>
            <a:r>
              <a:rPr lang="en-US" sz="2000" b="0" u="none" strike="noStrike">
                <a:solidFill>
                  <a:schemeClr val="dk1"/>
                </a:solidFill>
                <a:effectLst/>
                <a:uFillTx/>
                <a:latin typeface="Calibri"/>
              </a:rPr>
              <a:t>Second level</a:t>
            </a:r>
            <a:endParaRPr lang="en-US" sz="2000" b="0" u="none" strike="noStrike">
              <a:solidFill>
                <a:schemeClr val="dk1"/>
              </a:solidFill>
              <a:effectLst/>
              <a:uFillTx/>
              <a:latin typeface="Calibri"/>
            </a:endParaRPr>
          </a:p>
          <a:p>
            <a:pPr marL="1143000" lvl="2" indent="-228600" algn="l" defTabSz="457200">
              <a:lnSpc>
                <a:spcPct val="100000"/>
              </a:lnSpc>
              <a:spcBef>
                <a:spcPts val="360"/>
              </a:spcBef>
              <a:buClr>
                <a:srgbClr val="000000"/>
              </a:buClr>
              <a:buFont typeface="Arial"/>
              <a:buChar char="•"/>
              <a:tabLst>
                <a:tab pos="0" algn="l"/>
              </a:tabLst>
            </a:pPr>
            <a:r>
              <a:rPr lang="en-US" sz="1800" b="0" u="none" strike="noStrike">
                <a:solidFill>
                  <a:schemeClr val="dk1"/>
                </a:solidFill>
                <a:effectLst/>
                <a:uFillTx/>
                <a:latin typeface="Calibri"/>
              </a:rPr>
              <a:t>Third level</a:t>
            </a:r>
            <a:endParaRPr lang="en-US" sz="1800" b="0" u="none" strike="noStrike">
              <a:solidFill>
                <a:schemeClr val="dk1"/>
              </a:solidFill>
              <a:effectLst/>
              <a:uFillTx/>
              <a:latin typeface="Calibri"/>
            </a:endParaRPr>
          </a:p>
          <a:p>
            <a:pPr marL="1600200" lvl="3"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Fourth level</a:t>
            </a:r>
            <a:endParaRPr lang="en-US" sz="1600" b="0" u="none" strike="noStrike">
              <a:solidFill>
                <a:schemeClr val="dk1"/>
              </a:solidFill>
              <a:effectLst/>
              <a:uFillTx/>
              <a:latin typeface="Calibri"/>
            </a:endParaRPr>
          </a:p>
          <a:p>
            <a:pPr marL="2057400" lvl="4"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Fifth level</a:t>
            </a:r>
            <a:endParaRPr lang="en-US" sz="1600" b="0" u="none" strike="noStrike">
              <a:solidFill>
                <a:schemeClr val="dk1"/>
              </a:solidFill>
              <a:effectLst/>
              <a:uFillTx/>
              <a:latin typeface="Calibri"/>
            </a:endParaRPr>
          </a:p>
        </p:txBody>
      </p:sp>
      <p:sp>
        <p:nvSpPr>
          <p:cNvPr id="35" name="PlaceHolder 4"/>
          <p:cNvSpPr>
            <a:spLocks noGrp="1"/>
          </p:cNvSpPr>
          <p:nvPr>
            <p:ph type="body"/>
          </p:nvPr>
        </p:nvSpPr>
        <p:spPr>
          <a:xfrm>
            <a:off x="4645080" y="1535040"/>
            <a:ext cx="4041360" cy="639360"/>
          </a:xfrm>
          <a:prstGeom prst="rect">
            <a:avLst/>
          </a:prstGeom>
          <a:noFill/>
          <a:ln w="0">
            <a:noFill/>
          </a:ln>
        </p:spPr>
        <p:txBody>
          <a:bodyPr lIns="91440" tIns="45720" rIns="91440" bIns="45720" anchor="b">
            <a:noAutofit/>
          </a:bodyPr>
          <a:lstStyle>
            <a:lvl1pPr indent="0" algn="l" defTabSz="457200">
              <a:lnSpc>
                <a:spcPct val="100000"/>
              </a:lnSpc>
              <a:spcBef>
                <a:spcPts val="479"/>
              </a:spcBef>
              <a:buNone/>
              <a:tabLst>
                <a:tab pos="0" algn="l"/>
              </a:tabLst>
              <a:defRPr lang="en-US" sz="2400" b="1" u="none" strike="noStrike">
                <a:solidFill>
                  <a:schemeClr val="dk1"/>
                </a:solidFill>
                <a:effectLst/>
                <a:uFillTx/>
                <a:latin typeface="Calibri"/>
              </a:defRPr>
            </a:lvl1pPr>
          </a:lstStyle>
          <a:p>
            <a:pPr indent="0" algn="l" defTabSz="457200">
              <a:lnSpc>
                <a:spcPct val="100000"/>
              </a:lnSpc>
              <a:spcBef>
                <a:spcPts val="479"/>
              </a:spcBef>
              <a:buNone/>
              <a:tabLst>
                <a:tab pos="0" algn="l"/>
              </a:tabLst>
            </a:pPr>
            <a:r>
              <a:rPr lang="en-US" sz="2400" b="1"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p:txBody>
      </p:sp>
      <p:sp>
        <p:nvSpPr>
          <p:cNvPr id="36" name="PlaceHolder 5"/>
          <p:cNvSpPr>
            <a:spLocks noGrp="1"/>
          </p:cNvSpPr>
          <p:nvPr>
            <p:ph type="body"/>
          </p:nvPr>
        </p:nvSpPr>
        <p:spPr>
          <a:xfrm>
            <a:off x="4645080" y="2174760"/>
            <a:ext cx="4041360" cy="3951000"/>
          </a:xfrm>
          <a:prstGeom prst="rect">
            <a:avLst/>
          </a:prstGeom>
          <a:noFill/>
          <a:ln w="0">
            <a:noFill/>
          </a:ln>
        </p:spPr>
        <p:txBody>
          <a:bodyPr lIns="91440" tIns="45720" rIns="91440" bIns="45720" anchor="t">
            <a:noAutofit/>
          </a:bodyPr>
          <a:lstStyle>
            <a:lvl1pPr algn="l" defTabSz="457200">
              <a:lnSpc>
                <a:spcPct val="100000"/>
              </a:lnSpc>
              <a:spcBef>
                <a:spcPts val="479"/>
              </a:spcBef>
              <a:buClr>
                <a:srgbClr val="000000"/>
              </a:buClr>
              <a:buFont typeface="Arial"/>
              <a:buChar char="•"/>
              <a:tabLst>
                <a:tab pos="0" algn="l"/>
              </a:tabLst>
              <a:defRPr lang="en-US" sz="2400" b="0" u="none" strike="noStrike">
                <a:solidFill>
                  <a:schemeClr val="dk1"/>
                </a:solidFill>
                <a:effectLst/>
                <a:uFillTx/>
                <a:latin typeface="Calibri"/>
              </a:defRPr>
            </a:lvl1pPr>
            <a:lvl2pPr lvl="1" algn="l" defTabSz="457200">
              <a:lnSpc>
                <a:spcPct val="100000"/>
              </a:lnSpc>
              <a:spcBef>
                <a:spcPts val="400"/>
              </a:spcBef>
              <a:buClr>
                <a:srgbClr val="000000"/>
              </a:buClr>
              <a:buFont typeface="Arial"/>
              <a:buChar char="–"/>
              <a:tabLst>
                <a:tab pos="0" algn="l"/>
              </a:tabLst>
              <a:defRPr lang="en-US" sz="2000" b="0" u="none" strike="noStrike">
                <a:solidFill>
                  <a:schemeClr val="dk1"/>
                </a:solidFill>
                <a:effectLst/>
                <a:uFillTx/>
                <a:latin typeface="Calibri"/>
              </a:defRPr>
            </a:lvl2pPr>
            <a:lvl3pPr lvl="2" algn="l" defTabSz="457200">
              <a:lnSpc>
                <a:spcPct val="100000"/>
              </a:lnSpc>
              <a:spcBef>
                <a:spcPts val="360"/>
              </a:spcBef>
              <a:buClr>
                <a:srgbClr val="000000"/>
              </a:buClr>
              <a:buFont typeface="Arial"/>
              <a:buChar char="•"/>
              <a:tabLst>
                <a:tab pos="0" algn="l"/>
              </a:tabLst>
              <a:defRPr lang="en-US" sz="1800" b="0" u="none" strike="noStrike">
                <a:solidFill>
                  <a:schemeClr val="dk1"/>
                </a:solidFill>
                <a:effectLst/>
                <a:uFillTx/>
                <a:latin typeface="Calibri"/>
              </a:defRPr>
            </a:lvl3pPr>
            <a:lvl4pPr lvl="3"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4pPr>
            <a:lvl5pPr lvl="4"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5pPr>
          </a:lstStyle>
          <a:p>
            <a:pPr marL="343080" indent="-343080" algn="l" defTabSz="457200">
              <a:lnSpc>
                <a:spcPct val="100000"/>
              </a:lnSpc>
              <a:spcBef>
                <a:spcPts val="479"/>
              </a:spcBef>
              <a:buClr>
                <a:srgbClr val="000000"/>
              </a:buClr>
              <a:buFont typeface="Arial"/>
              <a:buChar char="•"/>
              <a:tabLst>
                <a:tab pos="0" algn="l"/>
              </a:tabLst>
            </a:pPr>
            <a:r>
              <a:rPr lang="en-US" sz="2400" b="0"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a:p>
            <a:pPr marL="743040" lvl="1" indent="-285840" algn="l" defTabSz="457200">
              <a:lnSpc>
                <a:spcPct val="100000"/>
              </a:lnSpc>
              <a:spcBef>
                <a:spcPts val="400"/>
              </a:spcBef>
              <a:buClr>
                <a:srgbClr val="000000"/>
              </a:buClr>
              <a:buFont typeface="Arial"/>
              <a:buChar char="–"/>
              <a:tabLst>
                <a:tab pos="0" algn="l"/>
              </a:tabLst>
            </a:pPr>
            <a:r>
              <a:rPr lang="en-US" sz="2000" b="0" u="none" strike="noStrike">
                <a:solidFill>
                  <a:schemeClr val="dk1"/>
                </a:solidFill>
                <a:effectLst/>
                <a:uFillTx/>
                <a:latin typeface="Calibri"/>
              </a:rPr>
              <a:t>Second level</a:t>
            </a:r>
            <a:endParaRPr lang="en-US" sz="2000" b="0" u="none" strike="noStrike">
              <a:solidFill>
                <a:schemeClr val="dk1"/>
              </a:solidFill>
              <a:effectLst/>
              <a:uFillTx/>
              <a:latin typeface="Calibri"/>
            </a:endParaRPr>
          </a:p>
          <a:p>
            <a:pPr marL="1143000" lvl="2" indent="-228600" algn="l" defTabSz="457200">
              <a:lnSpc>
                <a:spcPct val="100000"/>
              </a:lnSpc>
              <a:spcBef>
                <a:spcPts val="360"/>
              </a:spcBef>
              <a:buClr>
                <a:srgbClr val="000000"/>
              </a:buClr>
              <a:buFont typeface="Arial"/>
              <a:buChar char="•"/>
              <a:tabLst>
                <a:tab pos="0" algn="l"/>
              </a:tabLst>
            </a:pPr>
            <a:r>
              <a:rPr lang="en-US" sz="1800" b="0" u="none" strike="noStrike">
                <a:solidFill>
                  <a:schemeClr val="dk1"/>
                </a:solidFill>
                <a:effectLst/>
                <a:uFillTx/>
                <a:latin typeface="Calibri"/>
              </a:rPr>
              <a:t>Third level</a:t>
            </a:r>
            <a:endParaRPr lang="en-US" sz="1800" b="0" u="none" strike="noStrike">
              <a:solidFill>
                <a:schemeClr val="dk1"/>
              </a:solidFill>
              <a:effectLst/>
              <a:uFillTx/>
              <a:latin typeface="Calibri"/>
            </a:endParaRPr>
          </a:p>
          <a:p>
            <a:pPr marL="1600200" lvl="3"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Fourth level</a:t>
            </a:r>
            <a:endParaRPr lang="en-US" sz="1600" b="0" u="none" strike="noStrike">
              <a:solidFill>
                <a:schemeClr val="dk1"/>
              </a:solidFill>
              <a:effectLst/>
              <a:uFillTx/>
              <a:latin typeface="Calibri"/>
            </a:endParaRPr>
          </a:p>
          <a:p>
            <a:pPr marL="2057400" lvl="4"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Fifth level</a:t>
            </a:r>
            <a:endParaRPr lang="en-US" sz="1600" b="0" u="none" strike="noStrike">
              <a:solidFill>
                <a:schemeClr val="dk1"/>
              </a:solidFill>
              <a:effectLst/>
              <a:uFillTx/>
              <a:latin typeface="Calibri"/>
            </a:endParaRPr>
          </a:p>
        </p:txBody>
      </p:sp>
      <p:sp>
        <p:nvSpPr>
          <p:cNvPr id="37" name="PlaceHolder 6"/>
          <p:cNvSpPr>
            <a:spLocks noGrp="1"/>
          </p:cNvSpPr>
          <p:nvPr>
            <p:ph type="dt" idx="19"/>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&lt;fecha/hora&gt;</a:t>
            </a:r>
            <a:endParaRPr lang="es-ES" sz="1200" b="0" u="none" strike="noStrike">
              <a:solidFill>
                <a:srgbClr val="000000"/>
              </a:solidFill>
              <a:effectLst/>
              <a:uFillTx/>
              <a:latin typeface="Times New Roman"/>
            </a:endParaRPr>
          </a:p>
        </p:txBody>
      </p:sp>
      <p:sp>
        <p:nvSpPr>
          <p:cNvPr id="38" name="PlaceHolder 7"/>
          <p:cNvSpPr>
            <a:spLocks noGrp="1"/>
          </p:cNvSpPr>
          <p:nvPr>
            <p:ph type="ftr" idx="20"/>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s-ES" sz="1400" b="0" u="none" strike="noStrike">
                <a:solidFill>
                  <a:srgbClr val="000000"/>
                </a:solidFill>
                <a:effectLst/>
                <a:uFillTx/>
                <a:latin typeface="Times New Roman"/>
              </a:defRPr>
            </a:lvl1pPr>
          </a:lstStyle>
          <a:p>
            <a:pPr indent="0" algn="ctr">
              <a:buNone/>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39" name="PlaceHolder 8"/>
          <p:cNvSpPr>
            <a:spLocks noGrp="1"/>
          </p:cNvSpPr>
          <p:nvPr>
            <p:ph type="sldNum" idx="21"/>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0CC7B47A-6A59-4A6C-905C-230930DDE874}" type="slidenum">
              <a:rPr lang="en-US"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bg>
      <p:bgPr>
        <a:solidFill>
          <a:srgbClr val="FFFFFF"/>
        </a:solidFill>
      </p:bgPr>
    </p:bg>
    <p:spTree>
      <p:nvGrpSpPr>
        <p:cNvPr id="1" name=""/>
        <p:cNvGrpSpPr/>
        <p:nvPr/>
      </p:nvGrpSpPr>
      <p:grpSpPr>
        <a:xfrm>
          <a:off x="0" y="0"/>
          <a:ext cx="0" cy="0"/>
          <a:chOff x="0" y="0"/>
          <a:chExt cx="0" cy="0"/>
        </a:xfrm>
      </p:grpSpPr>
      <p:sp>
        <p:nvSpPr>
          <p:cNvPr id="40"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41" name="PlaceHolder 2"/>
          <p:cNvSpPr>
            <a:spLocks noGrp="1"/>
          </p:cNvSpPr>
          <p:nvPr>
            <p:ph type="dt" idx="22"/>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&lt;fecha/hora&gt;</a:t>
            </a:r>
            <a:endParaRPr lang="es-ES" sz="1200" b="0" u="none" strike="noStrike">
              <a:solidFill>
                <a:srgbClr val="000000"/>
              </a:solidFill>
              <a:effectLst/>
              <a:uFillTx/>
              <a:latin typeface="Times New Roman"/>
            </a:endParaRPr>
          </a:p>
        </p:txBody>
      </p:sp>
      <p:sp>
        <p:nvSpPr>
          <p:cNvPr id="42" name="PlaceHolder 3"/>
          <p:cNvSpPr>
            <a:spLocks noGrp="1"/>
          </p:cNvSpPr>
          <p:nvPr>
            <p:ph type="ftr" idx="23"/>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s-ES" sz="1400" b="0" u="none" strike="noStrike">
                <a:solidFill>
                  <a:srgbClr val="000000"/>
                </a:solidFill>
                <a:effectLst/>
                <a:uFillTx/>
                <a:latin typeface="Times New Roman"/>
              </a:defRPr>
            </a:lvl1pPr>
          </a:lstStyle>
          <a:p>
            <a:pPr indent="0" algn="ctr">
              <a:buNone/>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43" name="PlaceHolder 4"/>
          <p:cNvSpPr>
            <a:spLocks noGrp="1"/>
          </p:cNvSpPr>
          <p:nvPr>
            <p:ph type="sldNum" idx="24"/>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41D0C039-1087-418C-99F0-12286A37FDFA}" type="slidenum">
              <a:rPr lang="en-US"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bg>
      <p:bgPr>
        <a:solidFill>
          <a:srgbClr val="FFFFFF"/>
        </a:solidFill>
      </p:bgPr>
    </p:bg>
    <p:spTree>
      <p:nvGrpSpPr>
        <p:cNvPr id="1" name=""/>
        <p:cNvGrpSpPr/>
        <p:nvPr/>
      </p:nvGrpSpPr>
      <p:grpSpPr>
        <a:xfrm>
          <a:off x="0" y="0"/>
          <a:ext cx="0" cy="0"/>
          <a:chOff x="0" y="0"/>
          <a:chExt cx="0" cy="0"/>
        </a:xfrm>
      </p:grpSpPr>
      <p:sp>
        <p:nvSpPr>
          <p:cNvPr id="44" name="PlaceHolder 1"/>
          <p:cNvSpPr>
            <a:spLocks noGrp="1"/>
          </p:cNvSpPr>
          <p:nvPr>
            <p:ph type="dt" idx="25"/>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&lt;fecha/hora&gt;</a:t>
            </a:r>
            <a:endParaRPr lang="es-ES" sz="1200" b="0" u="none" strike="noStrike">
              <a:solidFill>
                <a:srgbClr val="000000"/>
              </a:solidFill>
              <a:effectLst/>
              <a:uFillTx/>
              <a:latin typeface="Times New Roman"/>
            </a:endParaRPr>
          </a:p>
        </p:txBody>
      </p:sp>
      <p:sp>
        <p:nvSpPr>
          <p:cNvPr id="45" name="PlaceHolder 2"/>
          <p:cNvSpPr>
            <a:spLocks noGrp="1"/>
          </p:cNvSpPr>
          <p:nvPr>
            <p:ph type="ftr" idx="26"/>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s-ES" sz="1400" b="0" u="none" strike="noStrike">
                <a:solidFill>
                  <a:srgbClr val="000000"/>
                </a:solidFill>
                <a:effectLst/>
                <a:uFillTx/>
                <a:latin typeface="Times New Roman"/>
              </a:defRPr>
            </a:lvl1pPr>
          </a:lstStyle>
          <a:p>
            <a:pPr indent="0" algn="ctr">
              <a:buNone/>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46" name="PlaceHolder 3"/>
          <p:cNvSpPr>
            <a:spLocks noGrp="1"/>
          </p:cNvSpPr>
          <p:nvPr>
            <p:ph type="sldNum" idx="27"/>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5D5B8E6B-50C8-48C5-B502-5EB38F8130D1}" type="slidenum">
              <a:rPr lang="en-US"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47" name="PlaceHolder 4"/>
          <p:cNvSpPr>
            <a:spLocks noGrp="1"/>
          </p:cNvSpPr>
          <p:nvPr>
            <p:ph type="title"/>
          </p:nvPr>
        </p:nvSpPr>
        <p:spPr>
          <a:xfrm>
            <a:off x="609480" y="273600"/>
            <a:ext cx="10972080" cy="1144800"/>
          </a:xfrm>
          <a:prstGeom prst="rect">
            <a:avLst/>
          </a:prstGeom>
          <a:noFill/>
          <a:ln w="0">
            <a:noFill/>
          </a:ln>
        </p:spPr>
        <p:txBody>
          <a:bodyPr lIns="0" tIns="0" rIns="0" bIns="0" anchor="ctr">
            <a:noAutofit/>
          </a:bodyPr>
          <a:lstStyle>
            <a:lvl1pPr indent="0" algn="ctr" defTabSz="457200">
              <a:buNone/>
              <a:defRPr lang="en-US" sz="4400" b="0" u="none" strike="noStrike">
                <a:solidFill>
                  <a:schemeClr val="dk1"/>
                </a:solidFill>
                <a:effectLst/>
                <a:uFillTx/>
                <a:latin typeface="Calibri"/>
              </a:defRPr>
            </a:lvl1pPr>
          </a:lstStyle>
          <a:p>
            <a:pPr indent="0" algn="ctr" defTabSz="457200">
              <a:buNone/>
            </a:pPr>
            <a:r>
              <a:rPr lang="en-US" sz="4400" b="0" u="none" strike="noStrike">
                <a:solidFill>
                  <a:schemeClr val="dk1"/>
                </a:solidFill>
                <a:effectLst/>
                <a:uFillTx/>
                <a:latin typeface="Calibri"/>
              </a:rPr>
              <a:t>Pulse para editar el formato del texto de título</a:t>
            </a:r>
            <a:endParaRPr lang="en-US" sz="4400" b="0" u="none" strike="noStrike">
              <a:solidFill>
                <a:schemeClr val="dk1"/>
              </a:solidFill>
              <a:effectLst/>
              <a:uFillTx/>
              <a:latin typeface="Calibri"/>
            </a:endParaRPr>
          </a:p>
        </p:txBody>
      </p:sp>
      <p:sp>
        <p:nvSpPr>
          <p:cNvPr id="48" name="PlaceHolder 5"/>
          <p:cNvSpPr>
            <a:spLocks noGrp="1"/>
          </p:cNvSpPr>
          <p:nvPr>
            <p:ph type="body"/>
          </p:nvPr>
        </p:nvSpPr>
        <p:spPr>
          <a:xfrm>
            <a:off x="609480" y="1604520"/>
            <a:ext cx="10972080" cy="3977280"/>
          </a:xfrm>
          <a:prstGeom prst="rect">
            <a:avLst/>
          </a:prstGeom>
          <a:noFill/>
          <a:ln w="0">
            <a:noFill/>
          </a:ln>
        </p:spPr>
        <p:txBody>
          <a:bodyPr lIns="0" tIns="0" rIns="0" bIns="0" anchor="t">
            <a:normAutofit/>
          </a:bodyPr>
          <a:lstStyle>
            <a:lvl1pPr algn="l" defTabSz="457200">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spcBef>
                <a:spcPts val="561"/>
              </a:spcBef>
              <a:buClr>
                <a:srgbClr val="000000"/>
              </a:buClr>
              <a:buSzPct val="75000"/>
              <a:buFont typeface="Symbol" charset="2"/>
              <a:buChar char=""/>
              <a:defRPr lang="en-US" sz="2800" b="0" u="none" strike="noStrike">
                <a:solidFill>
                  <a:schemeClr val="dk1"/>
                </a:solidFill>
                <a:effectLst/>
                <a:uFillTx/>
                <a:latin typeface="Calibri"/>
              </a:defRPr>
            </a:lvl2pPr>
            <a:lvl3pPr lvl="2" algn="l" defTabSz="457200">
              <a:spcBef>
                <a:spcPts val="479"/>
              </a:spcBef>
              <a:buClr>
                <a:srgbClr val="000000"/>
              </a:buClr>
              <a:buSzPct val="45000"/>
              <a:buFont typeface="Wingdings" charset="2"/>
              <a:buChar char=""/>
              <a:defRPr lang="en-US" sz="2400" b="0" u="none" strike="noStrike">
                <a:solidFill>
                  <a:schemeClr val="dk1"/>
                </a:solidFill>
                <a:effectLst/>
                <a:uFillTx/>
                <a:latin typeface="Calibri"/>
              </a:defRPr>
            </a:lvl3pPr>
            <a:lvl4pPr lvl="3" algn="l" defTabSz="457200">
              <a:spcBef>
                <a:spcPts val="400"/>
              </a:spcBef>
              <a:buClr>
                <a:srgbClr val="000000"/>
              </a:buClr>
              <a:buSzPct val="75000"/>
              <a:buFont typeface="Symbol" charset="2"/>
              <a:buChar char=""/>
              <a:defRPr lang="en-US" sz="2000" b="0" u="none" strike="noStrike">
                <a:solidFill>
                  <a:schemeClr val="dk1"/>
                </a:solidFill>
                <a:effectLst/>
                <a:uFillTx/>
                <a:latin typeface="Calibri"/>
              </a:defRPr>
            </a:lvl4pPr>
            <a:lvl5pPr lvl="4" algn="l" defTabSz="457200">
              <a:spcBef>
                <a:spcPts val="400"/>
              </a:spcBef>
              <a:buClr>
                <a:srgbClr val="000000"/>
              </a:buClr>
              <a:buSzPct val="45000"/>
              <a:buFont typeface="Wingdings" charset="2"/>
              <a:buChar char=""/>
              <a:defRPr lang="en-US" sz="2000" b="0" u="none" strike="noStrike">
                <a:solidFill>
                  <a:schemeClr val="dk1"/>
                </a:solidFill>
                <a:effectLst/>
                <a:uFillTx/>
                <a:latin typeface="Calibri"/>
              </a:defRPr>
            </a:lvl5pPr>
            <a:lvl6pPr lvl="5" algn="l" defTabSz="457200">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defTabSz="457200">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marL="343080" indent="-343080" algn="l" defTabSz="457200">
              <a:spcBef>
                <a:spcPts val="641"/>
              </a:spcBef>
              <a:buClr>
                <a:srgbClr val="000000"/>
              </a:buClr>
              <a:buFont typeface="Arial"/>
              <a:buChar char="•"/>
            </a:pPr>
            <a:r>
              <a:rPr lang="en-US" sz="3200" b="0" u="none" strike="noStrike">
                <a:solidFill>
                  <a:schemeClr val="dk1"/>
                </a:solidFill>
                <a:effectLst/>
                <a:uFillTx/>
                <a:latin typeface="Calibri"/>
              </a:rPr>
              <a:t>Pulse para editar el formato de texto del esquema</a:t>
            </a:r>
            <a:endParaRPr lang="en-US" sz="3200" b="0" u="none" strike="noStrike">
              <a:solidFill>
                <a:schemeClr val="dk1"/>
              </a:solidFill>
              <a:effectLst/>
              <a:uFillTx/>
              <a:latin typeface="Calibri"/>
            </a:endParaRPr>
          </a:p>
          <a:p>
            <a:pPr marL="864000" lvl="1" indent="-324000" algn="l" defTabSz="457200">
              <a:spcBef>
                <a:spcPts val="561"/>
              </a:spcBef>
              <a:buClr>
                <a:srgbClr val="000000"/>
              </a:buClr>
              <a:buSzPct val="75000"/>
              <a:buFont typeface="Symbol" charset="2"/>
              <a:buChar char=""/>
            </a:pPr>
            <a:r>
              <a:rPr lang="en-US" sz="2800" b="0" u="none" strike="noStrike">
                <a:solidFill>
                  <a:schemeClr val="dk1"/>
                </a:solidFill>
                <a:effectLst/>
                <a:uFillTx/>
                <a:latin typeface="Calibri"/>
              </a:rPr>
              <a:t>Segundo nivel del esquema</a:t>
            </a:r>
            <a:endParaRPr lang="en-US" sz="2800" b="0" u="none" strike="noStrike">
              <a:solidFill>
                <a:schemeClr val="dk1"/>
              </a:solidFill>
              <a:effectLst/>
              <a:uFillTx/>
              <a:latin typeface="Calibri"/>
            </a:endParaRPr>
          </a:p>
          <a:p>
            <a:pPr marL="1296000" lvl="2" indent="-288000" algn="l" defTabSz="457200">
              <a:spcBef>
                <a:spcPts val="479"/>
              </a:spcBef>
              <a:buClr>
                <a:srgbClr val="000000"/>
              </a:buClr>
              <a:buSzPct val="45000"/>
              <a:buFont typeface="Wingdings" charset="2"/>
              <a:buChar char=""/>
            </a:pPr>
            <a:r>
              <a:rPr lang="en-US" sz="2400" b="0" u="none" strike="noStrike">
                <a:solidFill>
                  <a:schemeClr val="dk1"/>
                </a:solidFill>
                <a:effectLst/>
                <a:uFillTx/>
                <a:latin typeface="Calibri"/>
              </a:rPr>
              <a:t>Tercer nivel del esquema</a:t>
            </a:r>
            <a:endParaRPr lang="en-US" sz="2400" b="0" u="none" strike="noStrike">
              <a:solidFill>
                <a:schemeClr val="dk1"/>
              </a:solidFill>
              <a:effectLst/>
              <a:uFillTx/>
              <a:latin typeface="Calibri"/>
            </a:endParaRPr>
          </a:p>
          <a:p>
            <a:pPr marL="1728000" lvl="3" indent="-216000" algn="l" defTabSz="457200">
              <a:spcBef>
                <a:spcPts val="400"/>
              </a:spcBef>
              <a:buClr>
                <a:srgbClr val="000000"/>
              </a:buClr>
              <a:buSzPct val="75000"/>
              <a:buFont typeface="Symbol" charset="2"/>
              <a:buChar char=""/>
            </a:pPr>
            <a:r>
              <a:rPr lang="en-US" sz="2000" b="0" u="none" strike="noStrike">
                <a:solidFill>
                  <a:schemeClr val="dk1"/>
                </a:solidFill>
                <a:effectLst/>
                <a:uFillTx/>
                <a:latin typeface="Calibri"/>
              </a:rPr>
              <a:t>Cuarto nivel del esquema</a:t>
            </a:r>
            <a:endParaRPr lang="en-US" sz="2000" b="0" u="none" strike="noStrike">
              <a:solidFill>
                <a:schemeClr val="dk1"/>
              </a:solidFill>
              <a:effectLst/>
              <a:uFillTx/>
              <a:latin typeface="Calibri"/>
            </a:endParaRPr>
          </a:p>
          <a:p>
            <a:pPr marL="2160000" lvl="4" indent="-216000" algn="l" defTabSz="457200">
              <a:spcBef>
                <a:spcPts val="400"/>
              </a:spcBef>
              <a:buClr>
                <a:srgbClr val="000000"/>
              </a:buClr>
              <a:buSzPct val="45000"/>
              <a:buFont typeface="Wingdings" charset="2"/>
              <a:buChar char=""/>
            </a:pPr>
            <a:r>
              <a:rPr lang="en-US" sz="2000" b="0" u="none" strike="noStrike">
                <a:solidFill>
                  <a:schemeClr val="dk1"/>
                </a:solidFill>
                <a:effectLst/>
                <a:uFillTx/>
                <a:latin typeface="Calibri"/>
              </a:rPr>
              <a:t>Quinto nivel del esquema</a:t>
            </a:r>
            <a:endParaRPr lang="en-US" sz="2000" b="0" u="none" strike="noStrike">
              <a:solidFill>
                <a:schemeClr val="dk1"/>
              </a:solidFill>
              <a:effectLst/>
              <a:uFillTx/>
              <a:latin typeface="Calibri"/>
            </a:endParaRPr>
          </a:p>
          <a:p>
            <a:pPr marL="2592000" lvl="5" indent="-216000" algn="l" defTabSz="457200">
              <a:spcBef>
                <a:spcPts val="283"/>
              </a:spcBef>
              <a:buClr>
                <a:srgbClr val="000000"/>
              </a:buClr>
              <a:buSzPct val="45000"/>
              <a:buFont typeface="Wingdings" charset="2"/>
              <a:buChar char=""/>
            </a:pPr>
            <a:r>
              <a:rPr lang="en-US" sz="2000" b="0" u="none" strike="noStrike">
                <a:solidFill>
                  <a:schemeClr val="dk1"/>
                </a:solidFill>
                <a:effectLst/>
                <a:uFillTx/>
                <a:latin typeface="Calibri"/>
              </a:rPr>
              <a:t>Sexto nivel del esquema</a:t>
            </a:r>
            <a:endParaRPr lang="en-US" sz="2000" b="0" u="none" strike="noStrike">
              <a:solidFill>
                <a:schemeClr val="dk1"/>
              </a:solidFill>
              <a:effectLst/>
              <a:uFillTx/>
              <a:latin typeface="Calibri"/>
            </a:endParaRPr>
          </a:p>
          <a:p>
            <a:pPr marL="3024000" lvl="6" indent="-216000" algn="l" defTabSz="457200">
              <a:spcBef>
                <a:spcPts val="283"/>
              </a:spcBef>
              <a:buClr>
                <a:srgbClr val="000000"/>
              </a:buClr>
              <a:buSzPct val="45000"/>
              <a:buFont typeface="Wingdings" charset="2"/>
              <a:buChar char=""/>
            </a:pPr>
            <a:r>
              <a:rPr lang="en-US" sz="2000" b="0" u="none" strike="noStrike">
                <a:solidFill>
                  <a:schemeClr val="dk1"/>
                </a:solidFill>
                <a:effectLst/>
                <a:uFillTx/>
                <a:latin typeface="Calibri"/>
              </a:rPr>
              <a:t>Séptimo nivel del esquema</a:t>
            </a:r>
            <a:endParaRPr lang="en-US" sz="2000" b="0" u="none" strike="noStrike">
              <a:solidFill>
                <a:schemeClr val="dk1"/>
              </a:solidFill>
              <a:effectLst/>
              <a:uFillTx/>
              <a:latin typeface="Calibri"/>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bg>
      <p:bgPr>
        <a:solidFill>
          <a:srgbClr val="FFFFFF"/>
        </a:solidFill>
      </p:bgPr>
    </p:bg>
    <p:spTree>
      <p:nvGrpSpPr>
        <p:cNvPr id="1" name=""/>
        <p:cNvGrpSpPr/>
        <p:nvPr/>
      </p:nvGrpSpPr>
      <p:grpSpPr>
        <a:xfrm>
          <a:off x="0" y="0"/>
          <a:ext cx="0" cy="0"/>
          <a:chOff x="0" y="0"/>
          <a:chExt cx="0" cy="0"/>
        </a:xfrm>
      </p:grpSpPr>
      <p:sp>
        <p:nvSpPr>
          <p:cNvPr id="49" name="PlaceHolder 1"/>
          <p:cNvSpPr>
            <a:spLocks noGrp="1"/>
          </p:cNvSpPr>
          <p:nvPr>
            <p:ph type="title"/>
          </p:nvPr>
        </p:nvSpPr>
        <p:spPr>
          <a:xfrm>
            <a:off x="457200" y="272880"/>
            <a:ext cx="3007800" cy="1161720"/>
          </a:xfrm>
          <a:prstGeom prst="rect">
            <a:avLst/>
          </a:prstGeom>
          <a:noFill/>
          <a:ln w="0">
            <a:noFill/>
          </a:ln>
        </p:spPr>
        <p:txBody>
          <a:bodyPr lIns="91440" tIns="45720" rIns="91440" bIns="45720" anchor="b">
            <a:noAutofit/>
          </a:bodyPr>
          <a:lstStyle>
            <a:lvl1pPr indent="0" algn="l" defTabSz="457200">
              <a:lnSpc>
                <a:spcPct val="100000"/>
              </a:lnSpc>
              <a:buNone/>
              <a:defRPr lang="en-US" sz="2000" b="1" u="none" strike="noStrike">
                <a:solidFill>
                  <a:schemeClr val="dk1"/>
                </a:solidFill>
                <a:effectLst/>
                <a:uFillTx/>
                <a:latin typeface="Calibri"/>
              </a:defRPr>
            </a:lvl1pPr>
          </a:lstStyle>
          <a:p>
            <a:pPr indent="0" algn="l" defTabSz="457200">
              <a:lnSpc>
                <a:spcPct val="100000"/>
              </a:lnSpc>
              <a:buNone/>
            </a:pPr>
            <a:r>
              <a:rPr lang="en-US" sz="2000" b="1" u="none" strike="noStrike">
                <a:solidFill>
                  <a:schemeClr val="dk1"/>
                </a:solidFill>
                <a:effectLst/>
                <a:uFillTx/>
                <a:latin typeface="Calibri"/>
              </a:rPr>
              <a:t>Click to edit Master title style</a:t>
            </a:r>
            <a:endParaRPr lang="en-US" sz="2000" b="1" u="none" strike="noStrike">
              <a:solidFill>
                <a:schemeClr val="dk1"/>
              </a:solidFill>
              <a:effectLst/>
              <a:uFillTx/>
              <a:latin typeface="Calibri"/>
            </a:endParaRPr>
          </a:p>
        </p:txBody>
      </p:sp>
      <p:sp>
        <p:nvSpPr>
          <p:cNvPr id="50" name="PlaceHolder 2"/>
          <p:cNvSpPr>
            <a:spLocks noGrp="1"/>
          </p:cNvSpPr>
          <p:nvPr>
            <p:ph type="body"/>
          </p:nvPr>
        </p:nvSpPr>
        <p:spPr>
          <a:xfrm>
            <a:off x="3575160" y="272880"/>
            <a:ext cx="5111280" cy="5852880"/>
          </a:xfrm>
          <a:prstGeom prst="rect">
            <a:avLst/>
          </a:prstGeom>
          <a:noFill/>
          <a:ln w="0">
            <a:noFill/>
          </a:ln>
        </p:spPr>
        <p:txBody>
          <a:bodyPr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51" name="PlaceHolder 3"/>
          <p:cNvSpPr>
            <a:spLocks noGrp="1"/>
          </p:cNvSpPr>
          <p:nvPr>
            <p:ph type="body"/>
          </p:nvPr>
        </p:nvSpPr>
        <p:spPr>
          <a:xfrm>
            <a:off x="457200" y="1434960"/>
            <a:ext cx="3007800" cy="4690800"/>
          </a:xfrm>
          <a:prstGeom prst="rect">
            <a:avLst/>
          </a:prstGeom>
          <a:noFill/>
          <a:ln w="0">
            <a:noFill/>
          </a:ln>
        </p:spPr>
        <p:txBody>
          <a:bodyPr lIns="91440" tIns="45720" rIns="91440" bIns="45720" anchor="t">
            <a:noAutofit/>
          </a:bodyPr>
          <a:lstStyle>
            <a:lvl1pPr indent="0" algn="l" defTabSz="457200">
              <a:lnSpc>
                <a:spcPct val="100000"/>
              </a:lnSpc>
              <a:spcBef>
                <a:spcPts val="281"/>
              </a:spcBef>
              <a:buNone/>
              <a:tabLst>
                <a:tab pos="0" algn="l"/>
              </a:tabLst>
              <a:defRPr lang="en-US" sz="1400" b="0" u="none" strike="noStrike">
                <a:solidFill>
                  <a:schemeClr val="dk1"/>
                </a:solidFill>
                <a:effectLst/>
                <a:uFillTx/>
                <a:latin typeface="Calibri"/>
              </a:defRPr>
            </a:lvl1pPr>
          </a:lstStyle>
          <a:p>
            <a:pPr indent="0" algn="l" defTabSz="457200">
              <a:lnSpc>
                <a:spcPct val="100000"/>
              </a:lnSpc>
              <a:spcBef>
                <a:spcPts val="281"/>
              </a:spcBef>
              <a:buNone/>
              <a:tabLst>
                <a:tab pos="0" algn="l"/>
              </a:tabLst>
            </a:pPr>
            <a:r>
              <a:rPr lang="en-US" sz="1400" b="0" u="none" strike="noStrike">
                <a:solidFill>
                  <a:schemeClr val="dk1"/>
                </a:solidFill>
                <a:effectLst/>
                <a:uFillTx/>
                <a:latin typeface="Calibri"/>
              </a:rPr>
              <a:t>Click to edit Master text styles</a:t>
            </a:r>
            <a:endParaRPr lang="en-US" sz="1400" b="0" u="none" strike="noStrike">
              <a:solidFill>
                <a:schemeClr val="dk1"/>
              </a:solidFill>
              <a:effectLst/>
              <a:uFillTx/>
              <a:latin typeface="Calibri"/>
            </a:endParaRPr>
          </a:p>
        </p:txBody>
      </p:sp>
      <p:sp>
        <p:nvSpPr>
          <p:cNvPr id="52" name="PlaceHolder 4"/>
          <p:cNvSpPr>
            <a:spLocks noGrp="1"/>
          </p:cNvSpPr>
          <p:nvPr>
            <p:ph type="dt" idx="28"/>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&lt;fecha/hora&gt;</a:t>
            </a:r>
            <a:endParaRPr lang="es-ES" sz="1200" b="0" u="none" strike="noStrike">
              <a:solidFill>
                <a:srgbClr val="000000"/>
              </a:solidFill>
              <a:effectLst/>
              <a:uFillTx/>
              <a:latin typeface="Times New Roman"/>
            </a:endParaRPr>
          </a:p>
        </p:txBody>
      </p:sp>
      <p:sp>
        <p:nvSpPr>
          <p:cNvPr id="53" name="PlaceHolder 5"/>
          <p:cNvSpPr>
            <a:spLocks noGrp="1"/>
          </p:cNvSpPr>
          <p:nvPr>
            <p:ph type="ftr" idx="29"/>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s-ES" sz="1400" b="0" u="none" strike="noStrike">
                <a:solidFill>
                  <a:srgbClr val="000000"/>
                </a:solidFill>
                <a:effectLst/>
                <a:uFillTx/>
                <a:latin typeface="Times New Roman"/>
              </a:defRPr>
            </a:lvl1pPr>
          </a:lstStyle>
          <a:p>
            <a:pPr indent="0" algn="ctr">
              <a:buNone/>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54" name="PlaceHolder 6"/>
          <p:cNvSpPr>
            <a:spLocks noGrp="1"/>
          </p:cNvSpPr>
          <p:nvPr>
            <p:ph type="sldNum" idx="30"/>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2B877907-D0E2-4D68-986C-20DB803DECD0}" type="slidenum">
              <a:rPr lang="en-US"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bg>
      <p:bgPr>
        <a:solidFill>
          <a:srgbClr val="FFFFFF"/>
        </a:solidFill>
      </p:bgPr>
    </p:bg>
    <p:spTree>
      <p:nvGrpSpPr>
        <p:cNvPr id="1" name=""/>
        <p:cNvGrpSpPr/>
        <p:nvPr/>
      </p:nvGrpSpPr>
      <p:grpSpPr>
        <a:xfrm>
          <a:off x="0" y="0"/>
          <a:ext cx="0" cy="0"/>
          <a:chOff x="0" y="0"/>
          <a:chExt cx="0" cy="0"/>
        </a:xfrm>
      </p:grpSpPr>
      <p:sp>
        <p:nvSpPr>
          <p:cNvPr id="55" name="PlaceHolder 1"/>
          <p:cNvSpPr>
            <a:spLocks noGrp="1"/>
          </p:cNvSpPr>
          <p:nvPr>
            <p:ph type="title"/>
          </p:nvPr>
        </p:nvSpPr>
        <p:spPr>
          <a:xfrm>
            <a:off x="1792440" y="4800600"/>
            <a:ext cx="5486040" cy="566280"/>
          </a:xfrm>
          <a:prstGeom prst="rect">
            <a:avLst/>
          </a:prstGeom>
          <a:noFill/>
          <a:ln w="0">
            <a:noFill/>
          </a:ln>
        </p:spPr>
        <p:txBody>
          <a:bodyPr lIns="91440" tIns="45720" rIns="91440" bIns="45720" anchor="b">
            <a:noAutofit/>
          </a:bodyPr>
          <a:lstStyle>
            <a:lvl1pPr indent="0" algn="l" defTabSz="457200">
              <a:lnSpc>
                <a:spcPct val="100000"/>
              </a:lnSpc>
              <a:buNone/>
              <a:defRPr lang="en-US" sz="2000" b="1" u="none" strike="noStrike">
                <a:solidFill>
                  <a:schemeClr val="dk1"/>
                </a:solidFill>
                <a:effectLst/>
                <a:uFillTx/>
                <a:latin typeface="Calibri"/>
              </a:defRPr>
            </a:lvl1pPr>
          </a:lstStyle>
          <a:p>
            <a:pPr indent="0" algn="l" defTabSz="457200">
              <a:lnSpc>
                <a:spcPct val="100000"/>
              </a:lnSpc>
              <a:buNone/>
            </a:pPr>
            <a:r>
              <a:rPr lang="en-US" sz="2000" b="1" u="none" strike="noStrike">
                <a:solidFill>
                  <a:schemeClr val="dk1"/>
                </a:solidFill>
                <a:effectLst/>
                <a:uFillTx/>
                <a:latin typeface="Calibri"/>
              </a:rPr>
              <a:t>Click to edit Master title style</a:t>
            </a:r>
            <a:endParaRPr lang="en-US" sz="2000" b="1" u="none" strike="noStrike">
              <a:solidFill>
                <a:schemeClr val="dk1"/>
              </a:solidFill>
              <a:effectLst/>
              <a:uFillTx/>
              <a:latin typeface="Calibri"/>
            </a:endParaRPr>
          </a:p>
        </p:txBody>
      </p:sp>
      <p:sp>
        <p:nvSpPr>
          <p:cNvPr id="56" name="PlaceHolder 2"/>
          <p:cNvSpPr>
            <a:spLocks noGrp="1"/>
          </p:cNvSpPr>
          <p:nvPr>
            <p:ph type="body"/>
          </p:nvPr>
        </p:nvSpPr>
        <p:spPr>
          <a:xfrm>
            <a:off x="1792440" y="612720"/>
            <a:ext cx="5486040" cy="4114440"/>
          </a:xfrm>
          <a:prstGeom prst="rect">
            <a:avLst/>
          </a:prstGeom>
          <a:noFill/>
          <a:ln w="0">
            <a:noFill/>
          </a:ln>
        </p:spPr>
        <p:txBody>
          <a:bodyPr lIns="90000" tIns="45000" rIns="90000" bIns="45000" anchor="t">
            <a:noAutofit/>
          </a:bodyPr>
          <a:lstStyle>
            <a:lvl1pPr algn="l" defTabSz="457200">
              <a:spcBef>
                <a:spcPts val="281"/>
              </a:spcBef>
              <a:buClr>
                <a:srgbClr val="000000"/>
              </a:buClr>
              <a:buFont typeface="Arial"/>
              <a:buChar char="•"/>
              <a:tabLst>
                <a:tab pos="0" algn="l"/>
              </a:tabLst>
              <a:defRPr lang="en-US" sz="3200" b="0" u="none" strike="noStrike">
                <a:solidFill>
                  <a:schemeClr val="dk1"/>
                </a:solidFill>
                <a:effectLst/>
                <a:uFillTx/>
                <a:latin typeface="Calibri"/>
              </a:defRPr>
            </a:lvl1pPr>
            <a:lvl2pPr lvl="1" algn="l" defTabSz="457200">
              <a:spcBef>
                <a:spcPts val="561"/>
              </a:spcBef>
              <a:buClr>
                <a:srgbClr val="000000"/>
              </a:buClr>
              <a:buSzPct val="75000"/>
              <a:buFont typeface="Symbol" charset="2"/>
              <a:buChar char=""/>
              <a:defRPr lang="en-US" sz="3200" b="0" u="none" strike="noStrike">
                <a:solidFill>
                  <a:schemeClr val="dk1"/>
                </a:solidFill>
                <a:effectLst/>
                <a:uFillTx/>
                <a:latin typeface="Calibri"/>
              </a:defRPr>
            </a:lvl2pPr>
            <a:lvl3pPr lvl="2" algn="l" defTabSz="457200">
              <a:spcBef>
                <a:spcPts val="479"/>
              </a:spcBef>
              <a:buClr>
                <a:srgbClr val="000000"/>
              </a:buClr>
              <a:buSzPct val="45000"/>
              <a:buFont typeface="Wingdings" charset="2"/>
              <a:buChar char=""/>
              <a:defRPr lang="en-US" sz="3200" b="0" u="none" strike="noStrike">
                <a:solidFill>
                  <a:schemeClr val="dk1"/>
                </a:solidFill>
                <a:effectLst/>
                <a:uFillTx/>
                <a:latin typeface="Calibri"/>
              </a:defRPr>
            </a:lvl3pPr>
            <a:lvl4pPr lvl="3" algn="l" defTabSz="457200">
              <a:spcBef>
                <a:spcPts val="400"/>
              </a:spcBef>
              <a:buClr>
                <a:srgbClr val="000000"/>
              </a:buClr>
              <a:buSzPct val="75000"/>
              <a:buFont typeface="Symbol" charset="2"/>
              <a:buChar char=""/>
              <a:defRPr lang="en-US" sz="3200" b="0" u="none" strike="noStrike">
                <a:solidFill>
                  <a:schemeClr val="dk1"/>
                </a:solidFill>
                <a:effectLst/>
                <a:uFillTx/>
                <a:latin typeface="Calibri"/>
              </a:defRPr>
            </a:lvl4pPr>
            <a:lvl5pPr lvl="4" algn="l" defTabSz="457200">
              <a:spcBef>
                <a:spcPts val="400"/>
              </a:spcBef>
              <a:buClr>
                <a:srgbClr val="000000"/>
              </a:buClr>
              <a:buSzPct val="45000"/>
              <a:buFont typeface="Wingdings" charset="2"/>
              <a:buChar char=""/>
              <a:defRPr lang="en-US" sz="3200" b="0" u="none" strike="noStrike">
                <a:solidFill>
                  <a:schemeClr val="dk1"/>
                </a:solidFill>
                <a:effectLst/>
                <a:uFillTx/>
                <a:latin typeface="Calibri"/>
              </a:defRPr>
            </a:lvl5pPr>
            <a:lvl6pPr lvl="5" algn="l" defTabSz="457200">
              <a:spcBef>
                <a:spcPts val="283"/>
              </a:spcBef>
              <a:buClr>
                <a:srgbClr val="000000"/>
              </a:buClr>
              <a:buSzPct val="45000"/>
              <a:buFont typeface="Wingdings" charset="2"/>
              <a:buChar char=""/>
              <a:defRPr lang="en-US" sz="3200" b="0" u="none" strike="noStrike">
                <a:solidFill>
                  <a:schemeClr val="dk1"/>
                </a:solidFill>
                <a:effectLst/>
                <a:uFillTx/>
                <a:latin typeface="Calibri"/>
              </a:defRPr>
            </a:lvl6pPr>
            <a:lvl7pPr lvl="6" algn="l" defTabSz="457200">
              <a:spcBef>
                <a:spcPts val="283"/>
              </a:spcBef>
              <a:buClr>
                <a:srgbClr val="000000"/>
              </a:buClr>
              <a:buSzPct val="45000"/>
              <a:buFont typeface="Wingdings" charset="2"/>
              <a:buChar char=""/>
              <a:defRPr lang="en-US" sz="3200" b="0" u="none" strike="noStrike">
                <a:solidFill>
                  <a:schemeClr val="dk1"/>
                </a:solidFill>
                <a:effectLst/>
                <a:uFillTx/>
                <a:latin typeface="Calibri"/>
              </a:defRPr>
            </a:lvl7pPr>
          </a:lstStyle>
          <a:p>
            <a:pPr algn="l" defTabSz="457200">
              <a:spcBef>
                <a:spcPts val="281"/>
              </a:spcBef>
              <a:buClr>
                <a:srgbClr val="000000"/>
              </a:buClr>
              <a:buFont typeface="Arial"/>
              <a:buChar char="•"/>
              <a:tabLst>
                <a:tab pos="0" algn="l"/>
              </a:tabLst>
            </a:pPr>
            <a:r>
              <a:rPr lang="en-US" sz="3200" b="0" u="none" strike="noStrike">
                <a:solidFill>
                  <a:schemeClr val="dk1"/>
                </a:solidFill>
                <a:effectLst/>
                <a:uFillTx/>
                <a:latin typeface="Calibri"/>
              </a:rPr>
              <a:t>Pulse para editar el formato de texto del esquema</a:t>
            </a:r>
            <a:endParaRPr lang="en-US" sz="3200" b="0" u="none" strike="noStrike">
              <a:solidFill>
                <a:schemeClr val="dk1"/>
              </a:solidFill>
              <a:effectLst/>
              <a:uFillTx/>
              <a:latin typeface="Calibri"/>
            </a:endParaRPr>
          </a:p>
          <a:p>
            <a:pPr marL="457200" lvl="1" algn="l" defTabSz="457200">
              <a:spcBef>
                <a:spcPts val="561"/>
              </a:spcBef>
              <a:buClr>
                <a:srgbClr val="000000"/>
              </a:buClr>
              <a:buSzPct val="75000"/>
              <a:buFont typeface="Symbol" charset="2"/>
              <a:buChar char=""/>
            </a:pPr>
            <a:r>
              <a:rPr lang="en-US" sz="3200" b="0" u="none" strike="noStrike">
                <a:solidFill>
                  <a:schemeClr val="dk1"/>
                </a:solidFill>
                <a:effectLst/>
                <a:uFillTx/>
                <a:latin typeface="Calibri"/>
              </a:rPr>
              <a:t>Segundo nivel del esquema</a:t>
            </a:r>
            <a:endParaRPr lang="en-US" sz="3200" b="0" u="none" strike="noStrike">
              <a:solidFill>
                <a:schemeClr val="dk1"/>
              </a:solidFill>
              <a:effectLst/>
              <a:uFillTx/>
              <a:latin typeface="Calibri"/>
            </a:endParaRPr>
          </a:p>
          <a:p>
            <a:pPr marL="914400" lvl="2" algn="l" defTabSz="457200">
              <a:spcBef>
                <a:spcPts val="479"/>
              </a:spcBef>
              <a:buClr>
                <a:srgbClr val="000000"/>
              </a:buClr>
              <a:buSzPct val="45000"/>
              <a:buFont typeface="Wingdings" charset="2"/>
              <a:buChar char=""/>
            </a:pPr>
            <a:r>
              <a:rPr lang="en-US" sz="3200" b="0" u="none" strike="noStrike">
                <a:solidFill>
                  <a:schemeClr val="dk1"/>
                </a:solidFill>
                <a:effectLst/>
                <a:uFillTx/>
                <a:latin typeface="Calibri"/>
              </a:rPr>
              <a:t>Tercer nivel del esquema</a:t>
            </a:r>
            <a:endParaRPr lang="en-US" sz="3200" b="0" u="none" strike="noStrike">
              <a:solidFill>
                <a:schemeClr val="dk1"/>
              </a:solidFill>
              <a:effectLst/>
              <a:uFillTx/>
              <a:latin typeface="Calibri"/>
            </a:endParaRPr>
          </a:p>
          <a:p>
            <a:pPr marL="1371600" lvl="3" algn="l" defTabSz="457200">
              <a:spcBef>
                <a:spcPts val="400"/>
              </a:spcBef>
              <a:buClr>
                <a:srgbClr val="000000"/>
              </a:buClr>
              <a:buSzPct val="75000"/>
              <a:buFont typeface="Symbol" charset="2"/>
              <a:buChar char=""/>
            </a:pPr>
            <a:r>
              <a:rPr lang="en-US" sz="3200" b="0" u="none" strike="noStrike">
                <a:solidFill>
                  <a:schemeClr val="dk1"/>
                </a:solidFill>
                <a:effectLst/>
                <a:uFillTx/>
                <a:latin typeface="Calibri"/>
              </a:rPr>
              <a:t>Cuarto nivel del esquema</a:t>
            </a:r>
            <a:endParaRPr lang="en-US" sz="3200" b="0" u="none" strike="noStrike">
              <a:solidFill>
                <a:schemeClr val="dk1"/>
              </a:solidFill>
              <a:effectLst/>
              <a:uFillTx/>
              <a:latin typeface="Calibri"/>
            </a:endParaRPr>
          </a:p>
          <a:p>
            <a:pPr marL="1828800" lvl="4" algn="l" defTabSz="457200">
              <a:spcBef>
                <a:spcPts val="400"/>
              </a:spcBef>
              <a:buClr>
                <a:srgbClr val="000000"/>
              </a:buClr>
              <a:buSzPct val="45000"/>
              <a:buFont typeface="Wingdings" charset="2"/>
              <a:buChar char=""/>
            </a:pPr>
            <a:r>
              <a:rPr lang="en-US" sz="3200" b="0" u="none" strike="noStrike">
                <a:solidFill>
                  <a:schemeClr val="dk1"/>
                </a:solidFill>
                <a:effectLst/>
                <a:uFillTx/>
                <a:latin typeface="Calibri"/>
              </a:rPr>
              <a:t>Quinto nivel del esquema</a:t>
            </a:r>
            <a:endParaRPr lang="en-US" sz="3200" b="0" u="none" strike="noStrike">
              <a:solidFill>
                <a:schemeClr val="dk1"/>
              </a:solidFill>
              <a:effectLst/>
              <a:uFillTx/>
              <a:latin typeface="Calibri"/>
            </a:endParaRPr>
          </a:p>
          <a:p>
            <a:pPr marL="2286000" lvl="5" algn="l" defTabSz="457200">
              <a:spcBef>
                <a:spcPts val="283"/>
              </a:spcBef>
              <a:buClr>
                <a:srgbClr val="000000"/>
              </a:buClr>
              <a:buSzPct val="45000"/>
              <a:buFont typeface="Wingdings" charset="2"/>
              <a:buChar char=""/>
            </a:pPr>
            <a:r>
              <a:rPr lang="en-US" sz="3200" b="0" u="none" strike="noStrike">
                <a:solidFill>
                  <a:schemeClr val="dk1"/>
                </a:solidFill>
                <a:effectLst/>
                <a:uFillTx/>
                <a:latin typeface="Calibri"/>
              </a:rPr>
              <a:t>Sexto nivel del esquema</a:t>
            </a:r>
            <a:endParaRPr lang="en-US" sz="3200" b="0" u="none" strike="noStrike">
              <a:solidFill>
                <a:schemeClr val="dk1"/>
              </a:solidFill>
              <a:effectLst/>
              <a:uFillTx/>
              <a:latin typeface="Calibri"/>
            </a:endParaRPr>
          </a:p>
          <a:p>
            <a:pPr marL="2743200" lvl="6" algn="l" defTabSz="457200">
              <a:spcBef>
                <a:spcPts val="283"/>
              </a:spcBef>
              <a:buClr>
                <a:srgbClr val="000000"/>
              </a:buClr>
              <a:buSzPct val="45000"/>
              <a:buFont typeface="Wingdings" charset="2"/>
              <a:buChar char=""/>
            </a:pPr>
            <a:r>
              <a:rPr lang="en-US" sz="3200" b="0" u="none" strike="noStrike">
                <a:solidFill>
                  <a:schemeClr val="dk1"/>
                </a:solidFill>
                <a:effectLst/>
                <a:uFillTx/>
                <a:latin typeface="Calibri"/>
              </a:rPr>
              <a:t>Séptimo nivel del esquema</a:t>
            </a:r>
            <a:endParaRPr lang="en-US" sz="3200" b="0" u="none" strike="noStrike">
              <a:solidFill>
                <a:schemeClr val="dk1"/>
              </a:solidFill>
              <a:effectLst/>
              <a:uFillTx/>
              <a:latin typeface="Calibri"/>
            </a:endParaRPr>
          </a:p>
        </p:txBody>
      </p:sp>
      <p:sp>
        <p:nvSpPr>
          <p:cNvPr id="57" name="PlaceHolder 3"/>
          <p:cNvSpPr>
            <a:spLocks noGrp="1"/>
          </p:cNvSpPr>
          <p:nvPr>
            <p:ph type="body"/>
          </p:nvPr>
        </p:nvSpPr>
        <p:spPr>
          <a:xfrm>
            <a:off x="1792440" y="5367240"/>
            <a:ext cx="5486040" cy="804600"/>
          </a:xfrm>
          <a:prstGeom prst="rect">
            <a:avLst/>
          </a:prstGeom>
          <a:noFill/>
          <a:ln w="0">
            <a:noFill/>
          </a:ln>
        </p:spPr>
        <p:txBody>
          <a:bodyPr lIns="91440" tIns="45720" rIns="91440" bIns="45720" anchor="t">
            <a:noAutofit/>
          </a:bodyPr>
          <a:lstStyle>
            <a:lvl1pPr indent="0" algn="l" defTabSz="457200">
              <a:lnSpc>
                <a:spcPct val="100000"/>
              </a:lnSpc>
              <a:spcBef>
                <a:spcPts val="281"/>
              </a:spcBef>
              <a:buNone/>
              <a:tabLst>
                <a:tab pos="0" algn="l"/>
              </a:tabLst>
              <a:defRPr lang="en-US" sz="1400" b="0" u="none" strike="noStrike">
                <a:solidFill>
                  <a:schemeClr val="dk1"/>
                </a:solidFill>
                <a:effectLst/>
                <a:uFillTx/>
                <a:latin typeface="Calibri"/>
              </a:defRPr>
            </a:lvl1pPr>
          </a:lstStyle>
          <a:p>
            <a:pPr indent="0" algn="l" defTabSz="457200">
              <a:lnSpc>
                <a:spcPct val="100000"/>
              </a:lnSpc>
              <a:spcBef>
                <a:spcPts val="281"/>
              </a:spcBef>
              <a:buNone/>
              <a:tabLst>
                <a:tab pos="0" algn="l"/>
              </a:tabLst>
            </a:pPr>
            <a:r>
              <a:rPr lang="en-US" sz="1400" b="0" u="none" strike="noStrike">
                <a:solidFill>
                  <a:schemeClr val="dk1"/>
                </a:solidFill>
                <a:effectLst/>
                <a:uFillTx/>
                <a:latin typeface="Calibri"/>
              </a:rPr>
              <a:t>Click to edit Master text styles</a:t>
            </a:r>
            <a:endParaRPr lang="en-US" sz="1400" b="0" u="none" strike="noStrike">
              <a:solidFill>
                <a:schemeClr val="dk1"/>
              </a:solidFill>
              <a:effectLst/>
              <a:uFillTx/>
              <a:latin typeface="Calibri"/>
            </a:endParaRPr>
          </a:p>
        </p:txBody>
      </p:sp>
      <p:sp>
        <p:nvSpPr>
          <p:cNvPr id="58" name="PlaceHolder 4"/>
          <p:cNvSpPr>
            <a:spLocks noGrp="1"/>
          </p:cNvSpPr>
          <p:nvPr>
            <p:ph type="dt" idx="31"/>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&lt;fecha/hora&gt;</a:t>
            </a:r>
            <a:endParaRPr lang="es-ES" sz="1200" b="0" u="none" strike="noStrike">
              <a:solidFill>
                <a:srgbClr val="000000"/>
              </a:solidFill>
              <a:effectLst/>
              <a:uFillTx/>
              <a:latin typeface="Times New Roman"/>
            </a:endParaRPr>
          </a:p>
        </p:txBody>
      </p:sp>
      <p:sp>
        <p:nvSpPr>
          <p:cNvPr id="59" name="PlaceHolder 5"/>
          <p:cNvSpPr>
            <a:spLocks noGrp="1"/>
          </p:cNvSpPr>
          <p:nvPr>
            <p:ph type="ftr" idx="32"/>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s-ES" sz="1400" b="0" u="none" strike="noStrike">
                <a:solidFill>
                  <a:srgbClr val="000000"/>
                </a:solidFill>
                <a:effectLst/>
                <a:uFillTx/>
                <a:latin typeface="Times New Roman"/>
              </a:defRPr>
            </a:lvl1pPr>
          </a:lstStyle>
          <a:p>
            <a:pPr indent="0" algn="ctr">
              <a:buNone/>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60" name="PlaceHolder 6"/>
          <p:cNvSpPr>
            <a:spLocks noGrp="1"/>
          </p:cNvSpPr>
          <p:nvPr>
            <p:ph type="sldNum" idx="33"/>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4ADB3861-49FB-4FDC-9380-0E164C362AA3}" type="slidenum">
              <a:rPr lang="en-US"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9.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E3A5F"/>
        </a:solidFill>
      </p:bgPr>
    </p:bg>
    <p:spTree>
      <p:nvGrpSpPr>
        <p:cNvPr id="1" name=""/>
        <p:cNvGrpSpPr/>
        <p:nvPr/>
      </p:nvGrpSpPr>
      <p:grpSpPr>
        <a:xfrm>
          <a:off x="0" y="0"/>
          <a:ext cx="0" cy="0"/>
          <a:chOff x="0" y="0"/>
          <a:chExt cx="0" cy="0"/>
        </a:xfrm>
      </p:grpSpPr>
      <p:sp>
        <p:nvSpPr>
          <p:cNvPr id="61" name="TextBox 1"/>
          <p:cNvSpPr/>
          <p:nvPr/>
        </p:nvSpPr>
        <p:spPr>
          <a:xfrm>
            <a:off x="914400" y="2011680"/>
            <a:ext cx="10362600" cy="36572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1400"/>
              </a:spcAft>
            </a:pPr>
            <a:r>
              <a:rPr lang="en-US" sz="4600" b="0" u="none" strike="noStrike">
                <a:solidFill>
                  <a:srgbClr val="FFFFFF"/>
                </a:solidFill>
                <a:effectLst/>
                <a:uFillTx/>
                <a:latin typeface="Arial"/>
              </a:rPr>
              <a:t>Mi Estantería Digital</a:t>
            </a:r>
            <a:endParaRPr lang="es-ES" sz="4600" b="0" u="none" strike="noStrike">
              <a:solidFill>
                <a:srgbClr val="FFFFFF"/>
              </a:solidFill>
              <a:effectLst/>
              <a:uFillTx/>
              <a:latin typeface="Arial"/>
            </a:endParaRPr>
          </a:p>
          <a:p>
            <a:pPr defTabSz="457200">
              <a:lnSpc>
                <a:spcPct val="100000"/>
              </a:lnSpc>
              <a:spcAft>
                <a:spcPts val="2801"/>
              </a:spcAft>
            </a:pPr>
            <a:r>
              <a:rPr lang="en-US" sz="2000" b="0" u="none" strike="noStrike">
                <a:solidFill>
                  <a:srgbClr val="B8860B"/>
                </a:solidFill>
                <a:effectLst/>
                <a:uFillTx/>
                <a:latin typeface="Arial"/>
              </a:rPr>
              <a:t>Trabajo Fin de Máster</a:t>
            </a:r>
            <a:endParaRPr lang="es-ES" sz="2000" b="0" u="none" strike="noStrike">
              <a:solidFill>
                <a:srgbClr val="FFFFFF"/>
              </a:solidFill>
              <a:effectLst/>
              <a:uFillTx/>
              <a:latin typeface="Arial"/>
            </a:endParaRPr>
          </a:p>
          <a:p>
            <a:pPr defTabSz="457200">
              <a:lnSpc>
                <a:spcPct val="100000"/>
              </a:lnSpc>
            </a:pPr>
            <a:r>
              <a:rPr lang="en-US" sz="1500" b="0" u="none" strike="noStrike">
                <a:solidFill>
                  <a:srgbClr val="FFFFFF"/>
                </a:solidFill>
                <a:effectLst/>
                <a:uFillTx/>
                <a:latin typeface="Arial"/>
              </a:rPr>
              <a:t>Alumno: Daniel Barrasa García</a:t>
            </a:r>
            <a:br>
              <a:rPr sz="1500"/>
            </a:br>
            <a:r>
              <a:rPr lang="en-US" sz="1500" b="0" u="none" strike="noStrike">
                <a:solidFill>
                  <a:srgbClr val="FFFFFF"/>
                </a:solidFill>
                <a:effectLst/>
                <a:uFillTx/>
                <a:latin typeface="Arial"/>
              </a:rPr>
              <a:t>Programa: Máster de Desarrollo con Inteligencia Artificial</a:t>
            </a:r>
            <a:endParaRPr lang="es-ES" sz="15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1EB"/>
        </a:solidFill>
      </p:bgPr>
    </p:bg>
    <p:spTree>
      <p:nvGrpSpPr>
        <p:cNvPr id="1" name=""/>
        <p:cNvGrpSpPr/>
        <p:nvPr/>
      </p:nvGrpSpPr>
      <p:grpSpPr>
        <a:xfrm>
          <a:off x="0" y="0"/>
          <a:ext cx="0" cy="0"/>
          <a:chOff x="0" y="0"/>
          <a:chExt cx="0" cy="0"/>
        </a:xfrm>
      </p:grpSpPr>
      <p:sp>
        <p:nvSpPr>
          <p:cNvPr id="62" name="TextBox 1"/>
          <p:cNvSpPr/>
          <p:nvPr/>
        </p:nvSpPr>
        <p:spPr>
          <a:xfrm>
            <a:off x="731520" y="365760"/>
            <a:ext cx="10728360" cy="731160"/>
          </a:xfrm>
          <a:prstGeom prst="rect">
            <a:avLst/>
          </a:prstGeom>
          <a:noFill/>
          <a:ln w="0">
            <a:noFill/>
          </a:ln>
        </p:spPr>
        <p:style>
          <a:lnRef idx="0"/>
          <a:fillRef idx="0"/>
          <a:effectRef idx="0"/>
          <a:fontRef idx="minor"/>
        </p:style>
        <p:txBody>
          <a:bodyPr lIns="0" tIns="0" rIns="90000" bIns="45000" anchor="t">
            <a:spAutoFit/>
          </a:bodyPr>
          <a:p>
            <a:pPr defTabSz="457200">
              <a:lnSpc>
                <a:spcPct val="100000"/>
              </a:lnSpc>
            </a:pPr>
            <a:r>
              <a:rPr lang="en-US" sz="2800" b="0" u="none" strike="noStrike">
                <a:solidFill>
                  <a:srgbClr val="1E3A5F"/>
                </a:solidFill>
                <a:effectLst/>
                <a:uFillTx/>
                <a:latin typeface="Arial"/>
              </a:rPr>
              <a:t>Acceso de Evaluación y Credenciales del Sistema</a:t>
            </a:r>
            <a:endParaRPr lang="es-ES" sz="2800" b="0" u="none" strike="noStrike">
              <a:solidFill>
                <a:srgbClr val="000000"/>
              </a:solidFill>
              <a:effectLst/>
              <a:uFillTx/>
              <a:latin typeface="Arial"/>
            </a:endParaRPr>
          </a:p>
        </p:txBody>
      </p:sp>
      <p:sp>
        <p:nvSpPr>
          <p:cNvPr id="63" name="Rectangle 2"/>
          <p:cNvSpPr/>
          <p:nvPr/>
        </p:nvSpPr>
        <p:spPr>
          <a:xfrm>
            <a:off x="731520" y="1188720"/>
            <a:ext cx="10728360" cy="27000"/>
          </a:xfrm>
          <a:prstGeom prst="rect">
            <a:avLst/>
          </a:prstGeom>
          <a:solidFill>
            <a:srgbClr val="B8860B"/>
          </a:solidFill>
          <a:ln>
            <a:solidFill>
              <a:srgbClr val="B8860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17640" rIns="90000" bIns="-17640" anchor="ctr">
            <a:noAutofit/>
          </a:bodyPr>
          <a:p>
            <a:endParaRPr lang="en-US" sz="1800" b="0" u="none" strike="noStrike">
              <a:solidFill>
                <a:schemeClr val="lt1"/>
              </a:solidFill>
              <a:effectLst/>
              <a:uFillTx/>
              <a:latin typeface="Calibri"/>
            </a:endParaRPr>
          </a:p>
        </p:txBody>
      </p:sp>
      <p:sp>
        <p:nvSpPr>
          <p:cNvPr id="64" name="TextBox 3"/>
          <p:cNvSpPr/>
          <p:nvPr/>
        </p:nvSpPr>
        <p:spPr>
          <a:xfrm>
            <a:off x="731520" y="1554480"/>
            <a:ext cx="10728360" cy="475452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1199"/>
              </a:spcAft>
            </a:pPr>
            <a:r>
              <a:rPr lang="en-US" sz="1400" b="0" u="none" strike="noStrike">
                <a:solidFill>
                  <a:srgbClr val="28323C"/>
                </a:solidFill>
                <a:effectLst/>
                <a:uFillTx/>
                <a:latin typeface="Arial"/>
              </a:rPr>
              <a:t>• Dirección web del despliegue oficial en la nube: https://mi-estanteria-digital.streamlit.app/</a:t>
            </a:r>
            <a:endParaRPr lang="es-ES" sz="1400" b="0" u="none" strike="noStrike">
              <a:solidFill>
                <a:srgbClr val="000000"/>
              </a:solidFill>
              <a:effectLst/>
              <a:uFillTx/>
              <a:latin typeface="Arial"/>
            </a:endParaRPr>
          </a:p>
          <a:p>
            <a:pPr defTabSz="457200">
              <a:lnSpc>
                <a:spcPct val="100000"/>
              </a:lnSpc>
              <a:spcAft>
                <a:spcPts val="1199"/>
              </a:spcAft>
            </a:pPr>
            <a:r>
              <a:rPr lang="en-US" sz="1400" b="0" u="none" strike="noStrike">
                <a:solidFill>
                  <a:srgbClr val="28323C"/>
                </a:solidFill>
                <a:effectLst/>
                <a:uFillTx/>
                <a:latin typeface="Arial"/>
              </a:rPr>
              <a:t>• Correo electrónico de inscripción del alumno: danibarrasa74@gmail.com</a:t>
            </a:r>
            <a:endParaRPr lang="es-ES" sz="1400" b="0" u="none" strike="noStrike">
              <a:solidFill>
                <a:srgbClr val="000000"/>
              </a:solidFill>
              <a:effectLst/>
              <a:uFillTx/>
              <a:latin typeface="Arial"/>
            </a:endParaRPr>
          </a:p>
          <a:p>
            <a:pPr defTabSz="457200">
              <a:lnSpc>
                <a:spcPct val="100000"/>
              </a:lnSpc>
              <a:spcAft>
                <a:spcPts val="1199"/>
              </a:spcAft>
            </a:pPr>
            <a:r>
              <a:rPr lang="en-US" sz="1400" b="0" u="none" strike="noStrike">
                <a:solidFill>
                  <a:srgbClr val="28323C"/>
                </a:solidFill>
                <a:effectLst/>
                <a:uFillTx/>
                <a:latin typeface="Arial"/>
              </a:rPr>
              <a:t>• Parámetros de autenticación para la cuenta de pruebas:</a:t>
            </a:r>
            <a:br>
              <a:rPr sz="1400"/>
            </a:br>
            <a:r>
              <a:rPr lang="en-US" sz="1400" b="0" u="none" strike="noStrike">
                <a:solidFill>
                  <a:srgbClr val="28323C"/>
                </a:solidFill>
                <a:effectLst/>
                <a:uFillTx/>
                <a:latin typeface="Arial"/>
              </a:rPr>
              <a:t>  - Identificador por nombre de usuario: profesor</a:t>
            </a:r>
            <a:br>
              <a:rPr sz="1400"/>
            </a:br>
            <a:r>
              <a:rPr lang="en-US" sz="1400" b="0" u="none" strike="noStrike">
                <a:solidFill>
                  <a:srgbClr val="28323C"/>
                </a:solidFill>
                <a:effectLst/>
                <a:uFillTx/>
                <a:latin typeface="Arial"/>
              </a:rPr>
              <a:t>  - Identificador por correo electrónico: profesor@tfm.com</a:t>
            </a:r>
            <a:br>
              <a:rPr sz="1400"/>
            </a:br>
            <a:r>
              <a:rPr lang="en-US" sz="1400" b="0" u="none" strike="noStrike">
                <a:solidFill>
                  <a:srgbClr val="28323C"/>
                </a:solidFill>
                <a:effectLst/>
                <a:uFillTx/>
                <a:latin typeface="Arial"/>
              </a:rPr>
              <a:t>  - Contraseña establecida de acceso: Profesor2026*</a:t>
            </a:r>
            <a:endParaRPr lang="es-ES" sz="1400" b="0" u="none" strike="noStrike">
              <a:solidFill>
                <a:srgbClr val="000000"/>
              </a:solidFill>
              <a:effectLst/>
              <a:uFillTx/>
              <a:latin typeface="Arial"/>
            </a:endParaRPr>
          </a:p>
          <a:p>
            <a:pPr defTabSz="457200">
              <a:lnSpc>
                <a:spcPct val="100000"/>
              </a:lnSpc>
              <a:spcAft>
                <a:spcPts val="1199"/>
              </a:spcAft>
            </a:pPr>
            <a:r>
              <a:rPr lang="en-US" sz="1400" b="0" u="none" strike="noStrike">
                <a:solidFill>
                  <a:srgbClr val="28323C"/>
                </a:solidFill>
                <a:effectLst/>
                <a:uFillTx/>
                <a:latin typeface="Arial"/>
              </a:rPr>
              <a:t>• Advertencia de infraestructura (Regeneración de Streamlit): Al alojarse en la capa gratuita de Streamlit Cloud, el servidor entra en hibernación por inactividad y elimina los archivos locales generados. No obstante, se ha programado un sistema de semillero de datos (data seeding) indestructible: si la aplicación detecta un reinicio del contenedor, levanta en el acto este perfil de usuario junto con los doce libros de muestra para la auditoría.</a:t>
            </a:r>
            <a:endParaRPr lang="es-ES" sz="1400" b="0" u="none" strike="noStrike">
              <a:solidFill>
                <a:srgbClr val="000000"/>
              </a:solidFill>
              <a:effectLst/>
              <a:uFillTx/>
              <a:latin typeface="Arial"/>
            </a:endParaRPr>
          </a:p>
          <a:p>
            <a:pPr defTabSz="457200">
              <a:lnSpc>
                <a:spcPct val="100000"/>
              </a:lnSpc>
              <a:spcAft>
                <a:spcPts val="1199"/>
              </a:spcAft>
            </a:pPr>
            <a:r>
              <a:rPr lang="en-US" sz="1400" b="0" u="none" strike="noStrike">
                <a:solidFill>
                  <a:srgbClr val="28323C"/>
                </a:solidFill>
                <a:effectLst/>
                <a:uFillTx/>
                <a:latin typeface="Arial"/>
              </a:rPr>
              <a:t>• Estado de inicialización: El ecosistema arranca de forma autónoma con estos accesos estables y analíticas precargadas en la estantería para permitir una evaluación directa e inmediata sin requerir registros manuales por parte del docente.</a:t>
            </a:r>
            <a:endParaRPr lang="es-ES" sz="1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1EB"/>
        </a:solidFill>
      </p:bgPr>
    </p:bg>
    <p:spTree>
      <p:nvGrpSpPr>
        <p:cNvPr id="1" name=""/>
        <p:cNvGrpSpPr/>
        <p:nvPr/>
      </p:nvGrpSpPr>
      <p:grpSpPr>
        <a:xfrm>
          <a:off x="0" y="0"/>
          <a:ext cx="0" cy="0"/>
          <a:chOff x="0" y="0"/>
          <a:chExt cx="0" cy="0"/>
        </a:xfrm>
      </p:grpSpPr>
      <p:sp>
        <p:nvSpPr>
          <p:cNvPr id="65" name="TextBox 1"/>
          <p:cNvSpPr/>
          <p:nvPr/>
        </p:nvSpPr>
        <p:spPr>
          <a:xfrm>
            <a:off x="731520" y="365760"/>
            <a:ext cx="10728360" cy="731160"/>
          </a:xfrm>
          <a:prstGeom prst="rect">
            <a:avLst/>
          </a:prstGeom>
          <a:noFill/>
          <a:ln w="0">
            <a:noFill/>
          </a:ln>
        </p:spPr>
        <p:style>
          <a:lnRef idx="0"/>
          <a:fillRef idx="0"/>
          <a:effectRef idx="0"/>
          <a:fontRef idx="minor"/>
        </p:style>
        <p:txBody>
          <a:bodyPr lIns="0" tIns="0" rIns="90000" bIns="45000" anchor="t">
            <a:spAutoFit/>
          </a:bodyPr>
          <a:p>
            <a:pPr defTabSz="457200">
              <a:lnSpc>
                <a:spcPct val="100000"/>
              </a:lnSpc>
            </a:pPr>
            <a:r>
              <a:rPr lang="en-US" sz="2800" b="0" u="none" strike="noStrike">
                <a:solidFill>
                  <a:srgbClr val="1E3A5F"/>
                </a:solidFill>
                <a:effectLst/>
                <a:uFillTx/>
                <a:latin typeface="Arial"/>
              </a:rPr>
              <a:t>Naturaleza del Proyecto y Enfoque PMV</a:t>
            </a:r>
            <a:endParaRPr lang="es-ES" sz="2800" b="0" u="none" strike="noStrike">
              <a:solidFill>
                <a:srgbClr val="000000"/>
              </a:solidFill>
              <a:effectLst/>
              <a:uFillTx/>
              <a:latin typeface="Arial"/>
            </a:endParaRPr>
          </a:p>
        </p:txBody>
      </p:sp>
      <p:sp>
        <p:nvSpPr>
          <p:cNvPr id="66" name="Rectangle 2"/>
          <p:cNvSpPr/>
          <p:nvPr/>
        </p:nvSpPr>
        <p:spPr>
          <a:xfrm>
            <a:off x="731520" y="1188720"/>
            <a:ext cx="10728360" cy="27000"/>
          </a:xfrm>
          <a:prstGeom prst="rect">
            <a:avLst/>
          </a:prstGeom>
          <a:solidFill>
            <a:srgbClr val="B8860B"/>
          </a:solidFill>
          <a:ln>
            <a:solidFill>
              <a:srgbClr val="B8860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17640" rIns="90000" bIns="-17640" anchor="ctr">
            <a:noAutofit/>
          </a:bodyPr>
          <a:p>
            <a:endParaRPr lang="en-US" sz="1800" b="0" u="none" strike="noStrike">
              <a:solidFill>
                <a:schemeClr val="lt1"/>
              </a:solidFill>
              <a:effectLst/>
              <a:uFillTx/>
              <a:latin typeface="Calibri"/>
            </a:endParaRPr>
          </a:p>
        </p:txBody>
      </p:sp>
      <p:sp>
        <p:nvSpPr>
          <p:cNvPr id="67" name="TextBox 3"/>
          <p:cNvSpPr/>
          <p:nvPr/>
        </p:nvSpPr>
        <p:spPr>
          <a:xfrm>
            <a:off x="731520" y="1554480"/>
            <a:ext cx="10728360" cy="475452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1199"/>
              </a:spcAft>
            </a:pPr>
            <a:r>
              <a:rPr lang="en-US" sz="1400" b="0" u="none" strike="noStrike">
                <a:solidFill>
                  <a:srgbClr val="28323C"/>
                </a:solidFill>
                <a:effectLst/>
                <a:uFillTx/>
                <a:latin typeface="Arial"/>
              </a:rPr>
              <a:t>• Metodología aplicada: Desarrollo estructurado bajo el concepto de Producto Mínimo Viable (PMV).</a:t>
            </a:r>
            <a:endParaRPr lang="es-ES" sz="1400" b="0" u="none" strike="noStrike">
              <a:solidFill>
                <a:srgbClr val="000000"/>
              </a:solidFill>
              <a:effectLst/>
              <a:uFillTx/>
              <a:latin typeface="Arial"/>
            </a:endParaRPr>
          </a:p>
          <a:p>
            <a:pPr defTabSz="457200">
              <a:lnSpc>
                <a:spcPct val="100000"/>
              </a:lnSpc>
              <a:spcAft>
                <a:spcPts val="1199"/>
              </a:spcAft>
            </a:pPr>
            <a:r>
              <a:rPr lang="en-US" sz="1400" b="0" u="none" strike="noStrike">
                <a:solidFill>
                  <a:srgbClr val="28323C"/>
                </a:solidFill>
                <a:effectLst/>
                <a:uFillTx/>
                <a:latin typeface="Arial"/>
              </a:rPr>
              <a:t>• Objetivos estratégicos del prototipo: Validar las dinámicas lógicas de una plataforma de lectura compartida (control de accesos, altas comunes por ISBN, transiciones reactivas de progreso y sumatorios analíticos de rendimiento lector).</a:t>
            </a:r>
            <a:endParaRPr lang="es-ES" sz="1400" b="0" u="none" strike="noStrike">
              <a:solidFill>
                <a:srgbClr val="000000"/>
              </a:solidFill>
              <a:effectLst/>
              <a:uFillTx/>
              <a:latin typeface="Arial"/>
            </a:endParaRPr>
          </a:p>
          <a:p>
            <a:pPr defTabSz="457200">
              <a:lnSpc>
                <a:spcPct val="100000"/>
              </a:lnSpc>
              <a:spcAft>
                <a:spcPts val="1199"/>
              </a:spcAft>
            </a:pPr>
            <a:r>
              <a:rPr lang="en-US" sz="1400" b="0" u="none" strike="noStrike">
                <a:solidFill>
                  <a:srgbClr val="28323C"/>
                </a:solidFill>
                <a:effectLst/>
                <a:uFillTx/>
                <a:latin typeface="Arial"/>
              </a:rPr>
              <a:t>• Criterio de desarrollo: Concentración absoluta de esfuerzos en la robustez algorítmica y los mecanismos defensivos de seguridad, postergando infraestructuras de almacenamiento comercial para fases posteriores de escalabilidad.</a:t>
            </a:r>
            <a:endParaRPr lang="es-ES" sz="1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1EB"/>
        </a:solidFill>
      </p:bgPr>
    </p:bg>
    <p:spTree>
      <p:nvGrpSpPr>
        <p:cNvPr id="1" name=""/>
        <p:cNvGrpSpPr/>
        <p:nvPr/>
      </p:nvGrpSpPr>
      <p:grpSpPr>
        <a:xfrm>
          <a:off x="0" y="0"/>
          <a:ext cx="0" cy="0"/>
          <a:chOff x="0" y="0"/>
          <a:chExt cx="0" cy="0"/>
        </a:xfrm>
      </p:grpSpPr>
      <p:sp>
        <p:nvSpPr>
          <p:cNvPr id="68" name="TextBox 1"/>
          <p:cNvSpPr/>
          <p:nvPr/>
        </p:nvSpPr>
        <p:spPr>
          <a:xfrm>
            <a:off x="731520" y="365760"/>
            <a:ext cx="10728360" cy="731160"/>
          </a:xfrm>
          <a:prstGeom prst="rect">
            <a:avLst/>
          </a:prstGeom>
          <a:noFill/>
          <a:ln w="0">
            <a:noFill/>
          </a:ln>
        </p:spPr>
        <p:style>
          <a:lnRef idx="0"/>
          <a:fillRef idx="0"/>
          <a:effectRef idx="0"/>
          <a:fontRef idx="minor"/>
        </p:style>
        <p:txBody>
          <a:bodyPr lIns="0" tIns="0" rIns="90000" bIns="45000" anchor="t">
            <a:spAutoFit/>
          </a:bodyPr>
          <a:p>
            <a:pPr defTabSz="457200">
              <a:lnSpc>
                <a:spcPct val="100000"/>
              </a:lnSpc>
            </a:pPr>
            <a:r>
              <a:rPr lang="en-US" sz="2800" b="0" u="none" strike="noStrike">
                <a:solidFill>
                  <a:srgbClr val="1E3A5F"/>
                </a:solidFill>
                <a:effectLst/>
                <a:uFillTx/>
                <a:latin typeface="Arial"/>
              </a:rPr>
              <a:t>Arquitectura Modular del Software (Separación de Responsabilidades)</a:t>
            </a:r>
            <a:endParaRPr lang="es-ES" sz="2800" b="0" u="none" strike="noStrike">
              <a:solidFill>
                <a:srgbClr val="000000"/>
              </a:solidFill>
              <a:effectLst/>
              <a:uFillTx/>
              <a:latin typeface="Arial"/>
            </a:endParaRPr>
          </a:p>
        </p:txBody>
      </p:sp>
      <p:sp>
        <p:nvSpPr>
          <p:cNvPr id="69" name="Rectangle 2"/>
          <p:cNvSpPr/>
          <p:nvPr/>
        </p:nvSpPr>
        <p:spPr>
          <a:xfrm>
            <a:off x="731520" y="1188720"/>
            <a:ext cx="10728360" cy="27000"/>
          </a:xfrm>
          <a:prstGeom prst="rect">
            <a:avLst/>
          </a:prstGeom>
          <a:solidFill>
            <a:srgbClr val="B8860B"/>
          </a:solidFill>
          <a:ln>
            <a:solidFill>
              <a:srgbClr val="B8860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17640" rIns="90000" bIns="-17640" anchor="ctr">
            <a:noAutofit/>
          </a:bodyPr>
          <a:p>
            <a:endParaRPr lang="en-US" sz="1800" b="0" u="none" strike="noStrike">
              <a:solidFill>
                <a:schemeClr val="lt1"/>
              </a:solidFill>
              <a:effectLst/>
              <a:uFillTx/>
              <a:latin typeface="Calibri"/>
            </a:endParaRPr>
          </a:p>
        </p:txBody>
      </p:sp>
      <p:sp>
        <p:nvSpPr>
          <p:cNvPr id="70" name="TextBox 3"/>
          <p:cNvSpPr/>
          <p:nvPr/>
        </p:nvSpPr>
        <p:spPr>
          <a:xfrm>
            <a:off x="731520" y="1554480"/>
            <a:ext cx="10728360" cy="475452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1199"/>
              </a:spcAft>
            </a:pPr>
            <a:r>
              <a:rPr lang="en-US" sz="1400" b="0" u="none" strike="noStrike">
                <a:solidFill>
                  <a:srgbClr val="28323C"/>
                </a:solidFill>
                <a:effectLst/>
                <a:uFillTx/>
                <a:latin typeface="Arial"/>
              </a:rPr>
              <a:t>• Filosofía de diseño: Código modularizado en componentes independientes de Python para facilitar el mantenimiento y cumplir con los estándares de calidad del máster.</a:t>
            </a:r>
            <a:endParaRPr lang="es-ES" sz="1400" b="0" u="none" strike="noStrike">
              <a:solidFill>
                <a:srgbClr val="000000"/>
              </a:solidFill>
              <a:effectLst/>
              <a:uFillTx/>
              <a:latin typeface="Arial"/>
            </a:endParaRPr>
          </a:p>
          <a:p>
            <a:pPr defTabSz="457200">
              <a:lnSpc>
                <a:spcPct val="100000"/>
              </a:lnSpc>
              <a:spcAft>
                <a:spcPts val="1199"/>
              </a:spcAft>
            </a:pPr>
            <a:r>
              <a:rPr lang="en-US" sz="1400" b="0" u="none" strike="noStrike">
                <a:solidFill>
                  <a:srgbClr val="28323C"/>
                </a:solidFill>
                <a:effectLst/>
                <a:uFillTx/>
                <a:latin typeface="Arial"/>
              </a:rPr>
              <a:t>• Distribución del ecosistema de software:</a:t>
            </a:r>
            <a:endParaRPr lang="es-ES" sz="1400" b="0" u="none" strike="noStrike">
              <a:solidFill>
                <a:srgbClr val="000000"/>
              </a:solidFill>
              <a:effectLst/>
              <a:uFillTx/>
              <a:latin typeface="Arial"/>
            </a:endParaRPr>
          </a:p>
          <a:p>
            <a:pPr defTabSz="457200">
              <a:lnSpc>
                <a:spcPct val="100000"/>
              </a:lnSpc>
              <a:spcAft>
                <a:spcPts val="1199"/>
              </a:spcAft>
            </a:pPr>
            <a:r>
              <a:rPr lang="en-US" sz="1400" b="0" u="none" strike="noStrike">
                <a:solidFill>
                  <a:srgbClr val="28323C"/>
                </a:solidFill>
                <a:effectLst/>
                <a:uFillTx/>
                <a:latin typeface="Arial"/>
              </a:rPr>
              <a:t>  - Capa de presentación (app.py): Control de interfaces reactivas, inyección de estilos avanzados y gestión del estado de sesión.</a:t>
            </a:r>
            <a:endParaRPr lang="es-ES" sz="1400" b="0" u="none" strike="noStrike">
              <a:solidFill>
                <a:srgbClr val="000000"/>
              </a:solidFill>
              <a:effectLst/>
              <a:uFillTx/>
              <a:latin typeface="Arial"/>
            </a:endParaRPr>
          </a:p>
          <a:p>
            <a:pPr defTabSz="457200">
              <a:lnSpc>
                <a:spcPct val="100000"/>
              </a:lnSpc>
              <a:spcAft>
                <a:spcPts val="1199"/>
              </a:spcAft>
            </a:pPr>
            <a:r>
              <a:rPr lang="en-US" sz="1400" b="0" u="none" strike="noStrike">
                <a:solidFill>
                  <a:srgbClr val="28323C"/>
                </a:solidFill>
                <a:effectLst/>
                <a:uFillTx/>
                <a:latin typeface="Arial"/>
              </a:rPr>
              <a:t>  - Módulo de identidades (auth_manager.py): Validaciones de tipografía OWASP y procesamiento de hashes de usuario.</a:t>
            </a:r>
            <a:endParaRPr lang="es-ES" sz="1400" b="0" u="none" strike="noStrike">
              <a:solidFill>
                <a:srgbClr val="000000"/>
              </a:solidFill>
              <a:effectLst/>
              <a:uFillTx/>
              <a:latin typeface="Arial"/>
            </a:endParaRPr>
          </a:p>
          <a:p>
            <a:pPr defTabSz="457200">
              <a:lnSpc>
                <a:spcPct val="100000"/>
              </a:lnSpc>
              <a:spcAft>
                <a:spcPts val="1199"/>
              </a:spcAft>
            </a:pPr>
            <a:r>
              <a:rPr lang="en-US" sz="1400" b="0" u="none" strike="noStrike">
                <a:solidFill>
                  <a:srgbClr val="28323C"/>
                </a:solidFill>
                <a:effectLst/>
                <a:uFillTx/>
                <a:latin typeface="Arial"/>
              </a:rPr>
              <a:t>  - Gestor de persistencia (database_manager.py): Aislamiento total de transacciones e hilos de conexión SQLite.</a:t>
            </a:r>
            <a:endParaRPr lang="es-ES" sz="1400" b="0" u="none" strike="noStrike">
              <a:solidFill>
                <a:srgbClr val="000000"/>
              </a:solidFill>
              <a:effectLst/>
              <a:uFillTx/>
              <a:latin typeface="Arial"/>
            </a:endParaRPr>
          </a:p>
          <a:p>
            <a:pPr defTabSz="457200">
              <a:lnSpc>
                <a:spcPct val="100000"/>
              </a:lnSpc>
              <a:spcAft>
                <a:spcPts val="1199"/>
              </a:spcAft>
            </a:pPr>
            <a:r>
              <a:rPr lang="en-US" sz="1400" b="0" u="none" strike="noStrike">
                <a:solidFill>
                  <a:srgbClr val="28323C"/>
                </a:solidFill>
                <a:effectLst/>
                <a:uFillTx/>
                <a:latin typeface="Arial"/>
              </a:rPr>
              <a:t>  - Componente transversal (utils.py): Lógica temporal de fechas, aritmética de control ISBN y saneamiento binario de subidas.</a:t>
            </a:r>
            <a:endParaRPr lang="es-ES" sz="1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1EB"/>
        </a:solidFill>
      </p:bgPr>
    </p:bg>
    <p:spTree>
      <p:nvGrpSpPr>
        <p:cNvPr id="1" name=""/>
        <p:cNvGrpSpPr/>
        <p:nvPr/>
      </p:nvGrpSpPr>
      <p:grpSpPr>
        <a:xfrm>
          <a:off x="0" y="0"/>
          <a:ext cx="0" cy="0"/>
          <a:chOff x="0" y="0"/>
          <a:chExt cx="0" cy="0"/>
        </a:xfrm>
      </p:grpSpPr>
      <p:sp>
        <p:nvSpPr>
          <p:cNvPr id="71" name="TextBox 1"/>
          <p:cNvSpPr/>
          <p:nvPr/>
        </p:nvSpPr>
        <p:spPr>
          <a:xfrm>
            <a:off x="731520" y="365760"/>
            <a:ext cx="10728360" cy="731160"/>
          </a:xfrm>
          <a:prstGeom prst="rect">
            <a:avLst/>
          </a:prstGeom>
          <a:noFill/>
          <a:ln w="0">
            <a:noFill/>
          </a:ln>
        </p:spPr>
        <p:style>
          <a:lnRef idx="0"/>
          <a:fillRef idx="0"/>
          <a:effectRef idx="0"/>
          <a:fontRef idx="minor"/>
        </p:style>
        <p:txBody>
          <a:bodyPr lIns="0" tIns="0" rIns="90000" bIns="45000" anchor="t">
            <a:spAutoFit/>
          </a:bodyPr>
          <a:p>
            <a:pPr defTabSz="457200">
              <a:lnSpc>
                <a:spcPct val="100000"/>
              </a:lnSpc>
            </a:pPr>
            <a:r>
              <a:rPr lang="en-US" sz="2800" b="0" u="none" strike="noStrike">
                <a:solidFill>
                  <a:srgbClr val="1E3A5F"/>
                </a:solidFill>
                <a:effectLst/>
                <a:uFillTx/>
                <a:latin typeface="Arial"/>
              </a:rPr>
              <a:t>Diseño de la Base de Datos (Modelo Relacional Robustecido)</a:t>
            </a:r>
            <a:endParaRPr lang="es-ES" sz="2800" b="0" u="none" strike="noStrike">
              <a:solidFill>
                <a:srgbClr val="000000"/>
              </a:solidFill>
              <a:effectLst/>
              <a:uFillTx/>
              <a:latin typeface="Arial"/>
            </a:endParaRPr>
          </a:p>
        </p:txBody>
      </p:sp>
      <p:sp>
        <p:nvSpPr>
          <p:cNvPr id="72" name="Rectangle 2"/>
          <p:cNvSpPr/>
          <p:nvPr/>
        </p:nvSpPr>
        <p:spPr>
          <a:xfrm>
            <a:off x="731520" y="1188720"/>
            <a:ext cx="10728360" cy="27000"/>
          </a:xfrm>
          <a:prstGeom prst="rect">
            <a:avLst/>
          </a:prstGeom>
          <a:solidFill>
            <a:srgbClr val="B8860B"/>
          </a:solidFill>
          <a:ln>
            <a:solidFill>
              <a:srgbClr val="B8860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17640" rIns="90000" bIns="-17640" anchor="ctr">
            <a:noAutofit/>
          </a:bodyPr>
          <a:p>
            <a:endParaRPr lang="en-US" sz="1800" b="0" u="none" strike="noStrike">
              <a:solidFill>
                <a:schemeClr val="lt1"/>
              </a:solidFill>
              <a:effectLst/>
              <a:uFillTx/>
              <a:latin typeface="Calibri"/>
            </a:endParaRPr>
          </a:p>
        </p:txBody>
      </p:sp>
      <p:sp>
        <p:nvSpPr>
          <p:cNvPr id="73" name="TextBox 3"/>
          <p:cNvSpPr/>
          <p:nvPr/>
        </p:nvSpPr>
        <p:spPr>
          <a:xfrm>
            <a:off x="731520" y="1554480"/>
            <a:ext cx="10728360" cy="475452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1199"/>
              </a:spcAft>
            </a:pPr>
            <a:r>
              <a:rPr lang="en-US" sz="1400" b="0" u="none" strike="noStrike">
                <a:solidFill>
                  <a:srgbClr val="28323C"/>
                </a:solidFill>
                <a:effectLst/>
                <a:uFillTx/>
                <a:latin typeface="Arial"/>
              </a:rPr>
              <a:t>• Motor de almacenamiento: SQLite integrado localmente en el servidor.</a:t>
            </a:r>
            <a:endParaRPr lang="es-ES" sz="1400" b="0" u="none" strike="noStrike">
              <a:solidFill>
                <a:srgbClr val="000000"/>
              </a:solidFill>
              <a:effectLst/>
              <a:uFillTx/>
              <a:latin typeface="Arial"/>
            </a:endParaRPr>
          </a:p>
          <a:p>
            <a:pPr defTabSz="457200">
              <a:lnSpc>
                <a:spcPct val="100000"/>
              </a:lnSpc>
              <a:spcAft>
                <a:spcPts val="1199"/>
              </a:spcAft>
            </a:pPr>
            <a:r>
              <a:rPr lang="en-US" sz="1400" b="0" u="none" strike="noStrike">
                <a:solidFill>
                  <a:srgbClr val="28323C"/>
                </a:solidFill>
                <a:effectLst/>
                <a:uFillTx/>
                <a:latin typeface="Arial"/>
              </a:rPr>
              <a:t>• Consistencia de datos: Integridad referencial habilitada mediante el control activo de claves foráneas.</a:t>
            </a:r>
            <a:endParaRPr lang="es-ES" sz="1400" b="0" u="none" strike="noStrike">
              <a:solidFill>
                <a:srgbClr val="000000"/>
              </a:solidFill>
              <a:effectLst/>
              <a:uFillTx/>
              <a:latin typeface="Arial"/>
            </a:endParaRPr>
          </a:p>
          <a:p>
            <a:pPr defTabSz="457200">
              <a:lnSpc>
                <a:spcPct val="100000"/>
              </a:lnSpc>
              <a:spcAft>
                <a:spcPts val="1199"/>
              </a:spcAft>
            </a:pPr>
            <a:r>
              <a:rPr lang="en-US" sz="1400" b="0" u="none" strike="noStrike">
                <a:solidFill>
                  <a:srgbClr val="28323C"/>
                </a:solidFill>
                <a:effectLst/>
                <a:uFillTx/>
                <a:latin typeface="Arial"/>
              </a:rPr>
              <a:t>• Estructura relacional de las tablas:</a:t>
            </a:r>
            <a:endParaRPr lang="es-ES" sz="1400" b="0" u="none" strike="noStrike">
              <a:solidFill>
                <a:srgbClr val="000000"/>
              </a:solidFill>
              <a:effectLst/>
              <a:uFillTx/>
              <a:latin typeface="Arial"/>
            </a:endParaRPr>
          </a:p>
          <a:p>
            <a:pPr defTabSz="457200">
              <a:lnSpc>
                <a:spcPct val="100000"/>
              </a:lnSpc>
              <a:spcAft>
                <a:spcPts val="1199"/>
              </a:spcAft>
            </a:pPr>
            <a:r>
              <a:rPr lang="en-US" sz="1400" b="0" u="none" strike="noStrike">
                <a:solidFill>
                  <a:srgbClr val="28323C"/>
                </a:solidFill>
                <a:effectLst/>
                <a:uFillTx/>
                <a:latin typeface="Arial"/>
              </a:rPr>
              <a:t>  - Tabla usuarios: Entidad encargada de resguardar credenciales y fechas de registro de cuentas.</a:t>
            </a:r>
            <a:endParaRPr lang="es-ES" sz="1400" b="0" u="none" strike="noStrike">
              <a:solidFill>
                <a:srgbClr val="000000"/>
              </a:solidFill>
              <a:effectLst/>
              <a:uFillTx/>
              <a:latin typeface="Arial"/>
            </a:endParaRPr>
          </a:p>
          <a:p>
            <a:pPr defTabSz="457200">
              <a:lnSpc>
                <a:spcPct val="100000"/>
              </a:lnSpc>
              <a:spcAft>
                <a:spcPts val="1199"/>
              </a:spcAft>
            </a:pPr>
            <a:r>
              <a:rPr lang="en-US" sz="1400" b="0" u="none" strike="noStrike">
                <a:solidFill>
                  <a:srgbClr val="28323C"/>
                </a:solidFill>
                <a:effectLst/>
                <a:uFillTx/>
                <a:latin typeface="Arial"/>
              </a:rPr>
              <a:t>  - Tabla libros_comunes: Catálogo global unificado e indexado a través de restricciones de unicidad sobre formatos de ISBN-10 e ISBN-13.</a:t>
            </a:r>
            <a:endParaRPr lang="es-ES" sz="1400" b="0" u="none" strike="noStrike">
              <a:solidFill>
                <a:srgbClr val="000000"/>
              </a:solidFill>
              <a:effectLst/>
              <a:uFillTx/>
              <a:latin typeface="Arial"/>
            </a:endParaRPr>
          </a:p>
          <a:p>
            <a:pPr defTabSz="457200">
              <a:lnSpc>
                <a:spcPct val="100000"/>
              </a:lnSpc>
              <a:spcAft>
                <a:spcPts val="1199"/>
              </a:spcAft>
            </a:pPr>
            <a:r>
              <a:rPr lang="en-US" sz="1400" b="0" u="none" strike="noStrike">
                <a:solidFill>
                  <a:srgbClr val="28323C"/>
                </a:solidFill>
                <a:effectLst/>
                <a:uFillTx/>
                <a:latin typeface="Arial"/>
              </a:rPr>
              <a:t>  - Tabla biblioteca_usuario: Tabla de ruptura relacional muchos a muchos que vincula de manera exclusiva a cada lector con sus obras de seguimiento, preservando de forma aislada los estados de progreso, marcas cronológicas y páginas consumidas en lecturas o abandonos.</a:t>
            </a:r>
            <a:endParaRPr lang="es-ES" sz="1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1EB"/>
        </a:solidFill>
      </p:bgPr>
    </p:bg>
    <p:spTree>
      <p:nvGrpSpPr>
        <p:cNvPr id="1" name=""/>
        <p:cNvGrpSpPr/>
        <p:nvPr/>
      </p:nvGrpSpPr>
      <p:grpSpPr>
        <a:xfrm>
          <a:off x="0" y="0"/>
          <a:ext cx="0" cy="0"/>
          <a:chOff x="0" y="0"/>
          <a:chExt cx="0" cy="0"/>
        </a:xfrm>
      </p:grpSpPr>
      <p:sp>
        <p:nvSpPr>
          <p:cNvPr id="74" name="TextBox 1"/>
          <p:cNvSpPr/>
          <p:nvPr/>
        </p:nvSpPr>
        <p:spPr>
          <a:xfrm>
            <a:off x="731520" y="365760"/>
            <a:ext cx="10728360" cy="731160"/>
          </a:xfrm>
          <a:prstGeom prst="rect">
            <a:avLst/>
          </a:prstGeom>
          <a:noFill/>
          <a:ln w="0">
            <a:noFill/>
          </a:ln>
        </p:spPr>
        <p:style>
          <a:lnRef idx="0"/>
          <a:fillRef idx="0"/>
          <a:effectRef idx="0"/>
          <a:fontRef idx="minor"/>
        </p:style>
        <p:txBody>
          <a:bodyPr lIns="0" tIns="0" rIns="90000" bIns="45000" anchor="t">
            <a:spAutoFit/>
          </a:bodyPr>
          <a:p>
            <a:pPr defTabSz="457200">
              <a:lnSpc>
                <a:spcPct val="100000"/>
              </a:lnSpc>
            </a:pPr>
            <a:r>
              <a:rPr lang="en-US" sz="2800" b="0" u="none" strike="noStrike">
                <a:solidFill>
                  <a:srgbClr val="1E3A5F"/>
                </a:solidFill>
                <a:effectLst/>
                <a:uFillTx/>
                <a:latin typeface="Arial"/>
              </a:rPr>
              <a:t>Seguridad Nativa y Mitigación de Vulnerabilidades (OWASP)</a:t>
            </a:r>
            <a:endParaRPr lang="es-ES" sz="2800" b="0" u="none" strike="noStrike">
              <a:solidFill>
                <a:srgbClr val="000000"/>
              </a:solidFill>
              <a:effectLst/>
              <a:uFillTx/>
              <a:latin typeface="Arial"/>
            </a:endParaRPr>
          </a:p>
        </p:txBody>
      </p:sp>
      <p:sp>
        <p:nvSpPr>
          <p:cNvPr id="75" name="Rectangle 2"/>
          <p:cNvSpPr/>
          <p:nvPr/>
        </p:nvSpPr>
        <p:spPr>
          <a:xfrm>
            <a:off x="731520" y="1188720"/>
            <a:ext cx="10728360" cy="27000"/>
          </a:xfrm>
          <a:prstGeom prst="rect">
            <a:avLst/>
          </a:prstGeom>
          <a:solidFill>
            <a:srgbClr val="B8860B"/>
          </a:solidFill>
          <a:ln>
            <a:solidFill>
              <a:srgbClr val="B8860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17640" rIns="90000" bIns="-17640" anchor="ctr">
            <a:noAutofit/>
          </a:bodyPr>
          <a:p>
            <a:endParaRPr lang="en-US" sz="1800" b="0" u="none" strike="noStrike">
              <a:solidFill>
                <a:schemeClr val="lt1"/>
              </a:solidFill>
              <a:effectLst/>
              <a:uFillTx/>
              <a:latin typeface="Calibri"/>
            </a:endParaRPr>
          </a:p>
        </p:txBody>
      </p:sp>
      <p:sp>
        <p:nvSpPr>
          <p:cNvPr id="76" name="TextBox 3"/>
          <p:cNvSpPr/>
          <p:nvPr/>
        </p:nvSpPr>
        <p:spPr>
          <a:xfrm>
            <a:off x="731520" y="1554480"/>
            <a:ext cx="10728360" cy="475452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1199"/>
              </a:spcAft>
            </a:pPr>
            <a:r>
              <a:rPr lang="en-US" sz="1400" b="0" u="none" strike="noStrike">
                <a:solidFill>
                  <a:srgbClr val="28323C"/>
                </a:solidFill>
                <a:effectLst/>
                <a:uFillTx/>
                <a:latin typeface="Arial"/>
              </a:rPr>
              <a:t>• Protección criptográfica: Hashing adaptativo de contraseñas utilizando el algoritmo bcrypt ejecutado de manera nativa en el servidor.</a:t>
            </a:r>
            <a:endParaRPr lang="es-ES" sz="1400" b="0" u="none" strike="noStrike">
              <a:solidFill>
                <a:srgbClr val="000000"/>
              </a:solidFill>
              <a:effectLst/>
              <a:uFillTx/>
              <a:latin typeface="Arial"/>
            </a:endParaRPr>
          </a:p>
          <a:p>
            <a:pPr defTabSz="457200">
              <a:lnSpc>
                <a:spcPct val="100000"/>
              </a:lnSpc>
              <a:spcAft>
                <a:spcPts val="1199"/>
              </a:spcAft>
            </a:pPr>
            <a:r>
              <a:rPr lang="en-US" sz="1400" b="0" u="none" strike="noStrike">
                <a:solidFill>
                  <a:srgbClr val="28323C"/>
                </a:solidFill>
                <a:effectLst/>
                <a:uFillTx/>
                <a:latin typeface="Arial"/>
              </a:rPr>
              <a:t>• Contramedidas contra ataques de fuerza bruta: Bloqueo temporal del acceso en memoria durante 120 segundos tras acumular cinco fallos de credenciales consecutivos en la misma sesión.</a:t>
            </a:r>
            <a:endParaRPr lang="es-ES" sz="1400" b="0" u="none" strike="noStrike">
              <a:solidFill>
                <a:srgbClr val="000000"/>
              </a:solidFill>
              <a:effectLst/>
              <a:uFillTx/>
              <a:latin typeface="Arial"/>
            </a:endParaRPr>
          </a:p>
          <a:p>
            <a:pPr defTabSz="457200">
              <a:lnSpc>
                <a:spcPct val="100000"/>
              </a:lnSpc>
              <a:spcAft>
                <a:spcPts val="1199"/>
              </a:spcAft>
            </a:pPr>
            <a:r>
              <a:rPr lang="en-US" sz="1400" b="0" u="none" strike="noStrike">
                <a:solidFill>
                  <a:srgbClr val="28323C"/>
                </a:solidFill>
                <a:effectLst/>
                <a:uFillTx/>
                <a:latin typeface="Arial"/>
              </a:rPr>
              <a:t>• Integridad de inventario: Validación algorítmica rigurosa de los códigos de barra editoriales mediante operaciones de suma ponderada y aritmética de módulos.</a:t>
            </a:r>
            <a:endParaRPr lang="es-ES" sz="1400" b="0" u="none" strike="noStrike">
              <a:solidFill>
                <a:srgbClr val="000000"/>
              </a:solidFill>
              <a:effectLst/>
              <a:uFillTx/>
              <a:latin typeface="Arial"/>
            </a:endParaRPr>
          </a:p>
          <a:p>
            <a:pPr defTabSz="457200">
              <a:lnSpc>
                <a:spcPct val="100000"/>
              </a:lnSpc>
              <a:spcAft>
                <a:spcPts val="1199"/>
              </a:spcAft>
            </a:pPr>
            <a:r>
              <a:rPr lang="en-US" sz="1400" b="0" u="none" strike="noStrike">
                <a:solidFill>
                  <a:srgbClr val="28323C"/>
                </a:solidFill>
                <a:effectLst/>
                <a:uFillTx/>
                <a:latin typeface="Arial"/>
              </a:rPr>
              <a:t>• Saneamiento de archivos multimedia: El cargador de portadas audita la firma binaria interna del archivo con Pillow para deponer inyecciones de código malicioso camuflado y restringe las rutas para anular ataques de salto de directorio.</a:t>
            </a:r>
            <a:endParaRPr lang="es-ES" sz="1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1EB"/>
        </a:solidFill>
      </p:bgPr>
    </p:bg>
    <p:spTree>
      <p:nvGrpSpPr>
        <p:cNvPr id="1" name=""/>
        <p:cNvGrpSpPr/>
        <p:nvPr/>
      </p:nvGrpSpPr>
      <p:grpSpPr>
        <a:xfrm>
          <a:off x="0" y="0"/>
          <a:ext cx="0" cy="0"/>
          <a:chOff x="0" y="0"/>
          <a:chExt cx="0" cy="0"/>
        </a:xfrm>
      </p:grpSpPr>
      <p:sp>
        <p:nvSpPr>
          <p:cNvPr id="77" name="TextBox 1"/>
          <p:cNvSpPr/>
          <p:nvPr/>
        </p:nvSpPr>
        <p:spPr>
          <a:xfrm>
            <a:off x="731520" y="365760"/>
            <a:ext cx="10728360" cy="731160"/>
          </a:xfrm>
          <a:prstGeom prst="rect">
            <a:avLst/>
          </a:prstGeom>
          <a:noFill/>
          <a:ln w="0">
            <a:noFill/>
          </a:ln>
        </p:spPr>
        <p:style>
          <a:lnRef idx="0"/>
          <a:fillRef idx="0"/>
          <a:effectRef idx="0"/>
          <a:fontRef idx="minor"/>
        </p:style>
        <p:txBody>
          <a:bodyPr lIns="0" tIns="0" rIns="90000" bIns="45000" anchor="t">
            <a:spAutoFit/>
          </a:bodyPr>
          <a:p>
            <a:pPr defTabSz="457200">
              <a:lnSpc>
                <a:spcPct val="100000"/>
              </a:lnSpc>
            </a:pPr>
            <a:r>
              <a:rPr lang="en-US" sz="2800" b="0" u="none" strike="noStrike">
                <a:solidFill>
                  <a:srgbClr val="1E3A5F"/>
                </a:solidFill>
                <a:effectLst/>
                <a:uFillTx/>
                <a:latin typeface="Arial"/>
              </a:rPr>
              <a:t>Limitaciones de Infraestructura Efímera y Solución de Ingeniería</a:t>
            </a:r>
            <a:endParaRPr lang="es-ES" sz="2800" b="0" u="none" strike="noStrike">
              <a:solidFill>
                <a:srgbClr val="000000"/>
              </a:solidFill>
              <a:effectLst/>
              <a:uFillTx/>
              <a:latin typeface="Arial"/>
            </a:endParaRPr>
          </a:p>
        </p:txBody>
      </p:sp>
      <p:sp>
        <p:nvSpPr>
          <p:cNvPr id="78" name="Rectangle 2"/>
          <p:cNvSpPr/>
          <p:nvPr/>
        </p:nvSpPr>
        <p:spPr>
          <a:xfrm>
            <a:off x="731520" y="1188720"/>
            <a:ext cx="10728360" cy="27000"/>
          </a:xfrm>
          <a:prstGeom prst="rect">
            <a:avLst/>
          </a:prstGeom>
          <a:solidFill>
            <a:srgbClr val="B8860B"/>
          </a:solidFill>
          <a:ln>
            <a:solidFill>
              <a:srgbClr val="B8860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17640" rIns="90000" bIns="-17640" anchor="ctr">
            <a:noAutofit/>
          </a:bodyPr>
          <a:p>
            <a:endParaRPr lang="en-US" sz="1800" b="0" u="none" strike="noStrike">
              <a:solidFill>
                <a:schemeClr val="lt1"/>
              </a:solidFill>
              <a:effectLst/>
              <a:uFillTx/>
              <a:latin typeface="Calibri"/>
            </a:endParaRPr>
          </a:p>
        </p:txBody>
      </p:sp>
      <p:sp>
        <p:nvSpPr>
          <p:cNvPr id="79" name="TextBox 3"/>
          <p:cNvSpPr/>
          <p:nvPr/>
        </p:nvSpPr>
        <p:spPr>
          <a:xfrm>
            <a:off x="731520" y="1554480"/>
            <a:ext cx="10728360" cy="475452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1199"/>
              </a:spcAft>
            </a:pPr>
            <a:r>
              <a:rPr lang="en-US" sz="1400" b="0" u="none" strike="noStrike">
                <a:solidFill>
                  <a:srgbClr val="28323C"/>
                </a:solidFill>
                <a:effectLst/>
                <a:uFillTx/>
                <a:latin typeface="Arial"/>
              </a:rPr>
              <a:t>• Contexto del servidor: Streamlit Community Cloud opera mediante arquitecturas efímeras de contenedores gratuitos.</a:t>
            </a:r>
            <a:endParaRPr lang="es-ES" sz="1400" b="0" u="none" strike="noStrike">
              <a:solidFill>
                <a:srgbClr val="000000"/>
              </a:solidFill>
              <a:effectLst/>
              <a:uFillTx/>
              <a:latin typeface="Arial"/>
            </a:endParaRPr>
          </a:p>
          <a:p>
            <a:pPr defTabSz="457200">
              <a:lnSpc>
                <a:spcPct val="100000"/>
              </a:lnSpc>
              <a:spcAft>
                <a:spcPts val="1199"/>
              </a:spcAft>
            </a:pPr>
            <a:r>
              <a:rPr lang="en-US" sz="1400" b="0" u="none" strike="noStrike">
                <a:solidFill>
                  <a:srgbClr val="28323C"/>
                </a:solidFill>
                <a:effectLst/>
                <a:uFillTx/>
                <a:latin typeface="Arial"/>
              </a:rPr>
              <a:t>• Comportamiento del entorno: El servidor entra en modo de hibernación por inactividad prolongada, lo que implica el vaciado completo de los datos locales generados durante las pruebas previas (como la base de datos física SQLite) al despertarse.</a:t>
            </a:r>
            <a:endParaRPr lang="es-ES" sz="1400" b="0" u="none" strike="noStrike">
              <a:solidFill>
                <a:srgbClr val="000000"/>
              </a:solidFill>
              <a:effectLst/>
              <a:uFillTx/>
              <a:latin typeface="Arial"/>
            </a:endParaRPr>
          </a:p>
          <a:p>
            <a:pPr defTabSz="457200">
              <a:lnSpc>
                <a:spcPct val="100000"/>
              </a:lnSpc>
              <a:spcAft>
                <a:spcPts val="1199"/>
              </a:spcAft>
            </a:pPr>
            <a:r>
              <a:rPr lang="en-US" sz="1400" b="0" u="none" strike="noStrike">
                <a:solidFill>
                  <a:srgbClr val="28323C"/>
                </a:solidFill>
                <a:effectLst/>
                <a:uFillTx/>
                <a:latin typeface="Arial"/>
              </a:rPr>
              <a:t>• Estrategia de mitigación aplicada: Diseño de un mecanismo de semillero de datos (data seeding). Al arrancar el sistema en un contenedor limpio, la app detecta la base de datos en blanco e inyecta de forma indestructible el perfil del profesor y sus libros asociados, garantizando la persistencia operativa para la revisión de la lección del proyecto final.</a:t>
            </a:r>
            <a:endParaRPr lang="es-ES" sz="1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1EB"/>
        </a:solidFill>
      </p:bgPr>
    </p:bg>
    <p:spTree>
      <p:nvGrpSpPr>
        <p:cNvPr id="1" name=""/>
        <p:cNvGrpSpPr/>
        <p:nvPr/>
      </p:nvGrpSpPr>
      <p:grpSpPr>
        <a:xfrm>
          <a:off x="0" y="0"/>
          <a:ext cx="0" cy="0"/>
          <a:chOff x="0" y="0"/>
          <a:chExt cx="0" cy="0"/>
        </a:xfrm>
      </p:grpSpPr>
      <p:sp>
        <p:nvSpPr>
          <p:cNvPr id="80" name="TextBox 1"/>
          <p:cNvSpPr/>
          <p:nvPr/>
        </p:nvSpPr>
        <p:spPr>
          <a:xfrm>
            <a:off x="731520" y="365760"/>
            <a:ext cx="10728360" cy="731160"/>
          </a:xfrm>
          <a:prstGeom prst="rect">
            <a:avLst/>
          </a:prstGeom>
          <a:noFill/>
          <a:ln w="0">
            <a:noFill/>
          </a:ln>
        </p:spPr>
        <p:style>
          <a:lnRef idx="0"/>
          <a:fillRef idx="0"/>
          <a:effectRef idx="0"/>
          <a:fontRef idx="minor"/>
        </p:style>
        <p:txBody>
          <a:bodyPr lIns="0" tIns="0" rIns="90000" bIns="45000" anchor="t">
            <a:spAutoFit/>
          </a:bodyPr>
          <a:p>
            <a:pPr defTabSz="457200">
              <a:lnSpc>
                <a:spcPct val="100000"/>
              </a:lnSpc>
            </a:pPr>
            <a:r>
              <a:rPr lang="en-US" sz="2800" b="0" u="none" strike="noStrike">
                <a:solidFill>
                  <a:srgbClr val="1E3A5F"/>
                </a:solidFill>
                <a:effectLst/>
                <a:uFillTx/>
                <a:latin typeface="Arial"/>
              </a:rPr>
              <a:t>Próximos Avances y Hoja de Ruta de Escalabilidad</a:t>
            </a:r>
            <a:endParaRPr lang="es-ES" sz="2800" b="0" u="none" strike="noStrike">
              <a:solidFill>
                <a:srgbClr val="000000"/>
              </a:solidFill>
              <a:effectLst/>
              <a:uFillTx/>
              <a:latin typeface="Arial"/>
            </a:endParaRPr>
          </a:p>
        </p:txBody>
      </p:sp>
      <p:sp>
        <p:nvSpPr>
          <p:cNvPr id="81" name="Rectangle 2"/>
          <p:cNvSpPr/>
          <p:nvPr/>
        </p:nvSpPr>
        <p:spPr>
          <a:xfrm>
            <a:off x="731520" y="1188720"/>
            <a:ext cx="10728360" cy="27000"/>
          </a:xfrm>
          <a:prstGeom prst="rect">
            <a:avLst/>
          </a:prstGeom>
          <a:solidFill>
            <a:srgbClr val="B8860B"/>
          </a:solidFill>
          <a:ln>
            <a:solidFill>
              <a:srgbClr val="B8860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17640" rIns="90000" bIns="-17640" anchor="ctr">
            <a:noAutofit/>
          </a:bodyPr>
          <a:p>
            <a:endParaRPr lang="en-US" sz="1800" b="0" u="none" strike="noStrike">
              <a:solidFill>
                <a:schemeClr val="lt1"/>
              </a:solidFill>
              <a:effectLst/>
              <a:uFillTx/>
              <a:latin typeface="Calibri"/>
            </a:endParaRPr>
          </a:p>
        </p:txBody>
      </p:sp>
      <p:sp>
        <p:nvSpPr>
          <p:cNvPr id="82" name="TextBox 3"/>
          <p:cNvSpPr/>
          <p:nvPr/>
        </p:nvSpPr>
        <p:spPr>
          <a:xfrm>
            <a:off x="731520" y="1554480"/>
            <a:ext cx="10728360" cy="4754520"/>
          </a:xfrm>
          <a:prstGeom prst="rect">
            <a:avLst/>
          </a:prstGeom>
          <a:noFill/>
          <a:ln w="0">
            <a:noFill/>
          </a:ln>
        </p:spPr>
        <p:style>
          <a:lnRef idx="0"/>
          <a:fillRef idx="0"/>
          <a:effectRef idx="0"/>
          <a:fontRef idx="minor"/>
        </p:style>
        <p:txBody>
          <a:bodyPr lIns="0" tIns="0" rIns="0" bIns="0" anchor="t">
            <a:spAutoFit/>
          </a:bodyPr>
          <a:p>
            <a:pPr defTabSz="457200">
              <a:lnSpc>
                <a:spcPct val="100000"/>
              </a:lnSpc>
              <a:spcAft>
                <a:spcPts val="1199"/>
              </a:spcAft>
            </a:pPr>
            <a:r>
              <a:rPr lang="en-US" sz="1400" b="0" u="none" strike="noStrike">
                <a:solidFill>
                  <a:srgbClr val="28323C"/>
                </a:solidFill>
                <a:effectLst/>
                <a:uFillTx/>
                <a:latin typeface="Arial"/>
              </a:rPr>
              <a:t>• Evolución de datos a corto plazo: Migración de la persistencia hacia un motor relacional externo administrado en la nube (PostgreSQL utilizando Supabase o Neon).</a:t>
            </a:r>
            <a:endParaRPr lang="es-ES" sz="1400" b="0" u="none" strike="noStrike">
              <a:solidFill>
                <a:srgbClr val="000000"/>
              </a:solidFill>
              <a:effectLst/>
              <a:uFillTx/>
              <a:latin typeface="Arial"/>
            </a:endParaRPr>
          </a:p>
          <a:p>
            <a:pPr defTabSz="457200">
              <a:lnSpc>
                <a:spcPct val="100000"/>
              </a:lnSpc>
              <a:spcAft>
                <a:spcPts val="1199"/>
              </a:spcAft>
            </a:pPr>
            <a:r>
              <a:rPr lang="en-US" sz="1400" b="0" u="none" strike="noStrike">
                <a:solidFill>
                  <a:srgbClr val="28323C"/>
                </a:solidFill>
                <a:effectLst/>
                <a:uFillTx/>
                <a:latin typeface="Arial"/>
              </a:rPr>
              <a:t>• Gestión de recursos a medio plazo: Desacoplamiento de las portadas gráficas mediante almacenamiento de objetos independiente (Amazon S3 o Cloudinary) para optimizar el rendimiento del servidor web.</a:t>
            </a:r>
            <a:endParaRPr lang="es-ES" sz="1400" b="0" u="none" strike="noStrike">
              <a:solidFill>
                <a:srgbClr val="000000"/>
              </a:solidFill>
              <a:effectLst/>
              <a:uFillTx/>
              <a:latin typeface="Arial"/>
            </a:endParaRPr>
          </a:p>
          <a:p>
            <a:pPr defTabSz="457200">
              <a:lnSpc>
                <a:spcPct val="100000"/>
              </a:lnSpc>
              <a:spcAft>
                <a:spcPts val="1199"/>
              </a:spcAft>
            </a:pPr>
            <a:r>
              <a:rPr lang="en-US" sz="1400" b="0" u="none" strike="noStrike">
                <a:solidFill>
                  <a:srgbClr val="28323C"/>
                </a:solidFill>
                <a:effectLst/>
                <a:uFillTx/>
                <a:latin typeface="Arial"/>
              </a:rPr>
              <a:t>• Canal de comunicación a largo plazo: Integración de pasarelas de correo SMTP reales para flujos automatizados de recuperación de contraseñas y doble factor de autenticación.</a:t>
            </a:r>
            <a:endParaRPr lang="es-ES" sz="1400" b="0" u="none" strike="noStrike">
              <a:solidFill>
                <a:srgbClr val="000000"/>
              </a:solidFill>
              <a:effectLst/>
              <a:uFillTx/>
              <a:latin typeface="Arial"/>
            </a:endParaRPr>
          </a:p>
          <a:p>
            <a:pPr defTabSz="457200">
              <a:lnSpc>
                <a:spcPct val="100000"/>
              </a:lnSpc>
              <a:spcAft>
                <a:spcPts val="1199"/>
              </a:spcAft>
            </a:pPr>
            <a:r>
              <a:rPr lang="en-US" sz="1400" b="0" u="none" strike="noStrike">
                <a:solidFill>
                  <a:srgbClr val="28323C"/>
                </a:solidFill>
                <a:effectLst/>
                <a:uFillTx/>
                <a:latin typeface="Arial"/>
              </a:rPr>
              <a:t>• Conexión e interacción social: Incorporar módulos de enlace entre usuarios para la creación de una red social de lectores, permitiendo seguir la actividad lectora de amigos, compartir estanterías públicas, recomendar títulos de forma cruzada y organizar clubes de lectura virtuales dentro de la misma plataforma.</a:t>
            </a:r>
            <a:endParaRPr lang="es-ES" sz="1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1</TotalTime>
  <Application>LibreOffice/26.2.3.2$Linux_X86_64 LibreOffice_project/d4d5ed47b6084125f28d269a5650105d54dde034</Application>
  <AppVersion>15.0000</AppVers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
  <dc:description>generated using python-pptx</dc:description>
  <dc:language>es-ES</dc:language>
  <cp:lastModifiedBy>Steve Canny</cp:lastModifiedBy>
  <dcterms:modified xsi:type="dcterms:W3CDTF">2013-01-27T09:15:58Z</dcterms:modified>
  <cp:revision>1</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ies>
</file>